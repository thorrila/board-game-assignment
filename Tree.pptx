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3" r:id="rId11"/>
    <p:sldId id="274" r:id="rId12"/>
    <p:sldId id="275" r:id="rId13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73"/>
  </p:normalViewPr>
  <p:slideViewPr>
    <p:cSldViewPr snapToGrid="0">
      <p:cViewPr>
        <p:scale>
          <a:sx n="122" d="100"/>
          <a:sy n="122" d="100"/>
        </p:scale>
        <p:origin x="4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724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046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9271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6447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4079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3353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154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4099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215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7756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77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15DD6-BD5E-6F4B-9421-A8ABB73FE797}" type="datetimeFigureOut">
              <a:rPr lang="da-DK" smtClean="0"/>
              <a:t>19.03.2026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13358-2822-A140-ACFA-9C5E2EB195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504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1B21ED95-D883-B303-1DF9-FA2EA5045177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2DC6D36-597F-8D38-245F-4DCAB4DDDB82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84E2C86-D4FA-A208-8899-EB301AFFCB2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A4F7854-DBB4-9915-0132-C6CB25F550B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2CCCF22-819F-00F9-6481-B9B12B061B0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9713950-F95B-39A4-1C81-47033E75D9C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72580DB-BBC8-B673-9345-5027D9E2695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3FF13A43-201B-31DD-06A6-6890D9B276E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A4CA0A1-5289-75AE-4B20-7DB508C36DB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FA73E97-5AC8-4790-4288-7F0DBAD2607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57D2B78-C285-CAAD-D481-70200A0CF4D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7EF4803-326F-5175-7640-F7483CDB35B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865425B-CAC3-A4D6-DD48-B64DA0B054BB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C83A719-7B1E-0B72-7D41-4F8454D907B0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B87CC91-4D38-DF12-F2C0-656CBD0D226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6FC3FAEB-9C33-BFC0-0338-F126488564B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335C762-F35C-A173-8016-3CBAA4E872A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002C384-F603-D657-F7C5-3DD2C5E6570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1DB92316-D3B0-F972-E1D3-3F82B90A088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227D9E94-2851-11A3-D822-4BEB5953B50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379D8F3-4390-8B6F-8979-A1E8FAA6D17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9BA5309-19D8-BA04-CB07-5F4CE105322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0E5F663-9434-C6FD-CE40-B5FA879A3FA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BB2F45B-3ED5-3301-9D3B-963033C57BC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477B9A1-8C9F-94CC-01C0-CFBB9A18BE85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91D4FCE-7123-B38C-37C6-6D9E308F45F1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C77D6B6-105F-8A26-132E-A54B21420FAA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8A8F4DB-E1F9-2EAB-7848-A309643CCD1E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2E86493-BE29-04C1-B453-B05A3706D021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4BED41CF-64A2-7334-CF83-E39FB7D18B4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22F6E405-BFE9-051B-6B7D-EB88BE43AF1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A6EA200-7DCC-7BB4-F41B-C66B9BB9608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14E46A2D-189B-E503-905E-2990553EF23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49AB5A8B-F4C5-30B3-8AEA-BFCDAC2008A1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8DA85130-F87E-07B9-9194-EAEC13D87EE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109C4B8-5140-D74A-62BC-E0D1E027FC1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9179412-D0F3-EB67-B062-C06AC559AA0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8F384C8-833E-909B-8FAE-921EF11EF70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67A1773-D283-D26B-6C1D-7A2AB701180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5F441D6-D69B-9399-9E05-350811DDDAC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A7AA19F-9F7D-0539-D045-BF9788FE8925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9F6FCB8-9441-D454-67A5-14C4FEA62BF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F9502EF-06A4-261E-8672-5AC0FF68576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9CEB99F9-D456-78DC-7271-F69C6007AE9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ED5E80D-82F4-AF0B-E641-D04978F811D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F4BFD3CC-95C9-0F72-5354-3E76977CF65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0FA85651-F268-A0C8-6026-9365C7BDA0F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B336953-3904-7C5A-4FFF-59EE9BFF453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B1A6EEC-A17C-ACCD-B330-2F2919402C0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DEC4820-036D-3AB0-6D41-1F0F68F2D25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4D2295E-0FC1-2641-CC92-6CC8C1E06AC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E0413C42-65A9-68CB-57CD-CBEC49F62B93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589CAAB-2E45-E1E8-0BDD-778D66F81BFE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BE4D10B0-1CD1-CF1F-BF22-229EADFA79D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F1C184E-64FF-0777-2DB9-7EF8E618DFE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72FBDC2-3A59-00FA-A0A0-3935F9028472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1376D3AF-2633-7E11-95FD-7C74A2E72A5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0FAD8175-2E8A-F9C7-E4A2-078993676FD1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5B25D83F-75A9-C8BB-231A-F8566225645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5193AD30-A204-447C-17B9-C855433B9BB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3177C603-C2C7-8739-620B-9B4553CF368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49F21BE-5230-E86A-E966-D6051ABD640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03D3BBB-E8BE-E448-AFAD-8C2D44747193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1F95C339-CDE5-1E55-5646-E2828A358FC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B32F612-B82A-0F70-809F-250BA34742B3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A11D7B5-4061-21FE-13E3-28A831B1C178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6A21FEE0-C6FC-DB01-310C-2C6ED062ABE9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0D779EE-E7A9-E56F-0285-7EA1894E74CB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378FF45-E18F-3BE4-DF95-23B866957444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52AF7AB-16C3-5B82-FB20-1914BBC25664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9860CA1-6029-7B68-4DFD-BE70AD89BBE7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840ED445-8A31-3C2C-7F2D-72F7A3BE6A10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09876EDD-7C54-5401-09BC-1A0AE729F8DB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FA3C922-47E5-0AB5-06AE-B082E7C5920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E6CC79D-66C5-7331-1730-C6FE6967726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E9A1D15-118A-192F-9134-4B3281C1E6C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61846C95-FE1D-AFB8-CC8E-0BBB775775B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BC0C024F-A8F7-B37C-A2C5-7DF2C5B12ED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9E9BF047-F980-AB15-33A7-5CF42455D8D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A97FA37-6164-A80F-E71A-25F9C658BF8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89CDFE55-A3F3-FF28-0A65-16A452EB06D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7BDF017-FA71-CB3C-6C17-FBC28EC53A0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75DB38D-1A8A-4F26-D9E0-3E1F9A740F9E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50287E0F-872D-CF83-4A90-984764C85CC0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D960601E-9D53-3228-D625-CFDCA23D7CF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A889F983-E6AE-76AB-8077-FFE684CBB28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7733F7B6-2738-4855-AEA9-179BDA9A3C7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FAE99B66-E4B8-9B36-DF2B-301E758422C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1F116B0A-B0BA-334E-CF28-3B46684F3B0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999B309-F643-CFC1-E414-6B1080B8EC8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D2927A0D-210B-D963-1677-A02C5372EA7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14D9DC4E-67F4-AE94-E58C-B6E0BBD7245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3E8A34C0-E427-830F-ADF2-78A8F94CD30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8A91B4C-36E2-7010-677E-32DA2B8B5699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507A6CB0-D3D5-5FD3-5DDF-5FB00E721F30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38237BC5-1D98-DBD0-8BFA-71BD5EC14840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DEFAFAE1-120B-9D7F-C9C7-D8818244547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403DBF84-476E-6FCC-7A78-4D07A05ED22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63823DB7-D10D-9421-1FD1-AEF46D48568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5E21E14E-0AD7-5DA4-529F-85AF2809371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F0AB9F36-08C9-744F-4308-C1AA70F43AD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610DC228-7AD4-7FF0-9DA6-7FCE59F4A8A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D92B0D93-D835-D4EA-F77D-7B3EAA2408C3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41B3FA0E-A486-B315-E657-6C18362F408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68713054-B3BD-93EB-9349-C3DF4258FA5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44438CC-7881-5A6A-EE88-A43A5FE6836B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3E3BB6C-A733-0B1A-5781-1CF001862822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24D7F8F7-E904-AF83-9CB9-B7F470378147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8074BAC9-FDC9-99CE-6EF7-3016134CADE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A9CD540-869A-31A1-2977-3D34889AB5AA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47F02167-74FB-40CB-F9AA-D5769436C81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1B743C75-CE6B-FDE4-F448-D62625E1B7E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11D0C172-D12E-CF2D-D170-9279EDE5459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4E6FFD16-8C6D-FEC6-005F-EF5649E34F9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EEDF5046-A809-687D-A5FD-97F3ADC9BF6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E4D489DA-C13C-0A9A-19C4-9FFE81EC5BD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91DE012D-351E-B2C9-D333-29D4C8B7EF5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FB225AC3-E88D-D69A-B89E-1F8AA6D93654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18B25189-8C22-D8F6-0CA9-2F494FCADD6F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0D43121B-4FA9-B4AD-AD49-D3582C619232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D598995E-C6EF-5A9B-4FFC-77AB900D2BA1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E56EB24A-D719-C9E4-3E9C-A2BE5745A117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B2386ABB-DA92-51A0-4247-1A2B6EC4363E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1419D156-D514-5891-93D8-3D422C2DD97E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798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827E7-86EC-B8A1-6DA7-15C0814D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51527E91-F259-22F6-E747-474DD1186ED3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FE48D68-3EAD-AD70-7A79-BFC62F4AA3D6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CB3BA837-C56D-4748-53C8-B7C8A71D0D3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BFBC63B-6C61-71C7-A79B-19B6860DDB9E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A8CEB16-E813-97FF-F0AD-D445C94C6DA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0172388-3354-533D-C886-23F83907328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61EE9EB-0157-C531-CC7C-AEDB4E414EF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A2BF0824-43FF-B966-5ECD-608287D39EF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E283D83B-78F2-9CBE-DC3C-AFDDC5F24163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3E1E93D-771B-D7C6-16EE-0E0396ED85C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A185636-9CDE-FC8E-2306-8929B28B4C0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D9E1E56-5CB5-9E2A-97EC-15C1A722D70D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EFF5A76-65CE-05F4-E515-3D672C0050FB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0064952-0271-A0E0-AC25-9931833AE30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5881317-A16E-46DA-AD13-3EB906E989E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810277E-5163-EAE4-20E8-FF0703F8F1C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5B70222-C9BC-BD84-319C-BC5B4282411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A8447A8-D4E4-E478-48A3-3AAA511BF59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D8850FE-772E-528F-AAA5-B85FAD0F5FC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92AA3D4-4CCE-AA13-46D8-97CDC4D2A66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50AC74D-C68E-1831-058D-D4B924CE13A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F503258-6F85-E9D6-9D3E-2D82846AC54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8DD9381-8009-9A5F-F636-AEDE24C69D3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EECE730-296F-5A07-1131-CE7C26810F4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>
                  <a:highlight>
                    <a:srgbClr val="FFFF00"/>
                  </a:highlight>
                </a:rPr>
                <a:t>b = 18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EDC1153-2FF9-F54C-804F-43B91F8C752B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168D20B-AE21-B55A-6610-C2AACD21CF48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8BC66DD-56FF-1A89-767F-F508F64832E7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607CBD0-C198-AC98-B62B-99E8D0E90979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A23356D-CD6D-9BE6-BF3E-2D2F1797E485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2EE05FDC-E6EE-10BA-D4E0-E7CB5AB4555F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900A86F-1FAB-D53A-D1DA-33C83B36B37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CCC30F0-160C-9C2D-97A1-76B1A44F9EF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B1B5FD2-42E9-AD6C-9825-4B423415586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89CF5A4-85BD-F48F-FBB9-CDCB3A83491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86C2EE3A-293B-2274-2F83-3311D083EC4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CC0E7E7-C9B1-83CB-3148-6E234269F79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C45E3CA-7435-E43C-5956-D40EC7B3047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77E34244-B3A5-A472-FB2A-54D26B98B7F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AA0B846-05BA-9DD7-6735-7074248BB2E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734AA6E-A148-66A9-D767-8E8B9BFC19A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227218B-C304-F39D-866F-0FBA2A32DCAB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F45B7E6-03AF-5B9B-0867-45D009DD3480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5A83649-41BB-5895-84CA-DF944270212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7CC91403-7385-7B97-F40D-59E50483AB2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9263D1B-9D30-0BBC-3224-DC8AD657B03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AE875FD7-CD35-FE5B-FC34-E02D7D0117A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28E1759-E307-3D88-EBCA-77C44002525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3CE3FED-6E84-EB8E-E69F-433966CBE21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E96C473-1D01-C25A-0FE4-F19962E763B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D2B8969-C8D7-A57B-5CD5-60402C27594C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2BBB45CB-3EC0-8D07-322C-862B419A30D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6634359-A874-D837-4C03-B5B95C16419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AFCB9E7-730E-58FF-97B5-358E2E21C35D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45FB2240-1CCE-7206-8D82-3F427CDD523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4A26AFEF-C730-55E3-C7BC-A19C72B930E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F30BDE5C-40D4-2E38-8F76-BF6EE832F3E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CF24E71A-FF07-1BA7-CE87-AEF34465596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40DC6698-FEC0-A17A-EDFF-16D4279BAC4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FC096E0E-D47F-9A88-B19B-EDD482D047D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4A26053-B60B-5656-CA6D-624228E1168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2B050BFC-9E41-1A8F-4B9A-DD25D7FC393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43F4596-ADCA-ED2B-AA1E-60F7C411CC6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9E8C1829-1FA2-C070-5756-BEF0CD2348E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C6870D1-FED4-2D2B-7769-E6698288126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506F584-FDDD-C3DD-AFAF-DAAC371FCB9E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7C738E25-37E8-AF4E-8965-D3DA0F01C1F3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51E9FF7-C531-76C6-2895-89759071E841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BD56FF3-3783-75C5-1018-063D1C17922F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5815FBB-C798-0590-0636-BC6A66CB756E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61065AE-428D-107D-F24C-E869C38ABF48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9B7C830-35B1-99CD-8F0B-62564339852D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99DB9A9B-D8D4-ACBB-2543-779E1B32FA74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A1EF85C8-EE36-CB5C-9572-247F63939058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829EE5C1-912C-46A4-EF16-A6233119531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A1E5CFEE-147A-6F5D-4C98-67F136CCB45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BEA38E0-B71E-C2CE-63AD-DC3D6BBFB15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CF0EF4D9-01C1-0394-99EC-AA3892B6242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A8EDBE75-CDAC-BE3F-4A13-32CBE96C884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DAF91237-64B3-98E2-E4C2-C362D8114E0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55CC3FEA-17F4-2C3C-1CFE-38B9B3927F5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CDA30F5F-4D81-CF12-A7D8-EA616F5E3F5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C9D7F22A-94CA-4BC7-8FEB-5DF76E39FD8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9366FAB5-D63E-70D2-0E57-E8CAB8569949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C5A433BC-41FC-341A-AE08-AD0F301550C3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2CB36D25-C79D-8D9F-A335-FD570B8035E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F422E711-21E2-C229-5199-AFD56C929F1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872AABB-E9EF-0A4F-DDAC-193932929BF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BF7E84CF-31D2-C8A4-42ED-228C0ECE33A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72661E4A-CDBC-67A8-5E8C-75AA361F14D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92786B83-1786-7380-D4E9-2F57BBE4E75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8DB2946A-1805-60F2-D913-E743338C816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B29DDB17-28FB-8160-8796-736B22E2358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FA4CD6F1-A6B2-CE78-60BC-DD491C6DF09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A04216B9-E2B4-E2C6-8500-FA008C582F0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EE30766-BB39-4373-C7D0-7FA0C6A9FA5A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D78BFF4-BED4-CBF5-D22E-11BD29214DFF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91DABF3E-D11F-6FE0-DA28-C3325F154C9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4A73A0FC-9291-75F4-970A-AE44D5B6E812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1B59DD90-8A48-A570-E0C0-21264BBB202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35FDFEE4-B000-3862-7DE3-EB5DDC4A254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1F462FE3-8EC9-8C62-735F-2704EE15BFA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F9D0D433-BD62-7C76-B716-B214BDC482B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5F882D62-382D-6C48-A2E3-976302A5050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8509DCD9-CEEA-7323-1461-E9F381CD1CD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BDF26F77-553E-271F-7B39-5D0D262A464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3080152D-BDC8-C58A-A9D9-339B878BBC93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268CA290-5BD2-FAF4-0990-BAEA0B6A26C8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6BE702AF-91B4-E7E5-A339-0C52D272FC4A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B15A14C8-5159-3473-F0F9-EA7D1211F3C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C25708D2-2F79-C299-2241-67C65361C2BA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9A2CAE7B-D024-2A2F-63DF-8529C1535AF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C284BC9B-8DCB-768B-8097-B723CE74B76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D3192ABA-436F-231D-9577-7B4B54DA706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E766AE38-F3FB-9AC2-AC5A-8DEA551CD05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4960D7DA-9408-4D32-0929-BB5A1A07A75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D86E4E47-4619-0602-02F1-5F5ADA12D7D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025E169E-3DF3-ECC1-80F2-879EE3CA5A5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64D96456-A566-470F-075A-F39D7BFEC969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350A92C-133F-75E9-92A8-F9C579BF728A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1EA2777-1A79-5AAA-FA55-A33A70C59F3E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3960BCB9-A3BB-9D52-C898-598082418805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2712F9F3-0631-8685-B1F4-DA042012AC82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C1FCAABD-87B8-4DF7-2CB4-400795A99880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CDA2177-3DBD-42CC-5C7C-167588006440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214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4260-548B-090E-8054-E8315DA9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9DBDC46-CAEE-FD18-BB69-443A0AAA5532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28C41FB-0534-FC65-2894-D6F65578A5DE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C00FE1F2-81B6-2209-2700-3B5EC817981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A9FDADA5-0A05-24C6-051D-CE486549564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E8CFD18F-50A1-D710-F612-2BA3175D5E9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1150368E-06FF-C83C-B13B-704D615B477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3B435A03-3C4E-982B-344B-B7A638645DC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80CE92F3-BA9F-9574-F32A-5D3CC5DF221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953D616-554B-0312-DBB3-B0073E18EF7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8FC7C64-5715-EC64-FCA0-28E7BC71E84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A3EB665-2A27-8435-974D-5B0508A7C77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AF24C2B-8F8C-2CD4-E5CD-2C47163AA41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AECF946-36CA-5258-9E54-860176EE3BD4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384765C-EECD-A77F-3B6E-8A74AFDAB3D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590F3196-1D27-E201-1F48-5F1AE44F26C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0D21EBF-57AD-EA95-0433-00CF2DD1A7F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7D6C7F5-3FE3-48F2-8B39-299B9A54AE8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EA06F25-FE89-8FA0-B8E6-49048DEF39C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949CA58E-D2DD-0AD6-87CE-C27D875A708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7846CE75-20E2-157D-3DA4-C1BEB8614A6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34525A8-2B46-C65D-F318-8783278CB80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BE00CD7-E0A6-FFC2-0D58-49C00665C9F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8373B8F-6C4E-8C64-29D3-943FFDA9447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6FCD4B0-2F36-E5C8-AE6F-72168AB2C152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18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9E2189F-EF93-86C6-C6A9-3A19FFA86317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B78D8D1-1944-3024-994C-313614905681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4D3C30C-3F5F-88CC-40CA-39D482825748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DF9D3C4-00B6-AEFE-D049-A41ECC7340C0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334648A-A2A2-312A-012C-F6FE28DEBB8C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619EF7-37EE-5FAE-4791-99B9F83E605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6748A6F-5615-18A9-B175-32424B4DD80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C9386CF-BC92-C446-B746-1A120BC77E52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69DAF8D6-F1EC-16C2-691F-69470F98FC9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CDB58B9B-90A2-F20C-BD53-5E76EAEC8C0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E5632518-9377-7947-C645-2A3AB228C9F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5420FF19-E17C-2EC2-3B1F-9D081A1DDF2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82686FA-FF6B-7E89-DD8B-43142B90C58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DFA15BA2-7FFD-9C34-C841-E71925183CC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6E6DF089-A6D7-04D5-6E95-C86B2A3A80F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F953F91-A834-283F-387F-8EFD8973BFD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B952FFF-35F9-FB2C-1533-12D22E45B1EE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DC5518C7-2582-FE1C-F656-0FFC4DB2ADBB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94DC50F-D885-5470-C450-0A8CB97C89E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1A3B2B1-1708-B0C9-BB19-D8747AC33A1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EF4658B2-14D4-13F9-CAC3-1AC82311C29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4632AAF-65F5-9DEC-EB26-819F0BB6E93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64314C8E-3BB7-3C31-7F88-5CCBC181EC5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1745F7E0-A19B-A180-954C-528D3642ADD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60D364E4-5D7B-36CD-A483-2BC4BD84CFB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4F9343-3F33-F7B1-B678-1965F48B142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F0E8797-A050-B960-8E1A-D16196E8B753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2564414-1F44-5ADA-CD10-7D8D031E312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5EAA93F-96EB-F389-7E08-777839DADE0B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972BA98-2A6A-770A-22B7-46A714E9E983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D663C240-F720-241C-D910-D08C163196E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EB881F1-4038-6AA0-6BDB-53914208954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B0E9678A-0580-8AC5-E0F9-1CF6EE4B3E5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37C2018-2D58-7803-98F5-7FC7B0E8074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A45ED159-313F-B998-8987-A4BD6DCB262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BF03874-5BB0-2F55-A5C1-0EEF15982AB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4176D77-4733-DF42-B555-03FD9DA7D4E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64D7951C-9C34-F2DD-00FE-D6A2DE0172F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F70C693B-C9DB-FEA2-D143-6250BCAB138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B99C8BCA-2F93-A39C-DAAB-4EB1438E111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77D4B51-0F5B-834C-BA26-A60E4EB2ED69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10F7D22E-5B28-910C-4CC4-419EAE175317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8EFAB57-0DF9-3964-6635-F97630F2EDA4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7E6CE4A-B1AD-D751-3894-852CAB2B90D7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29E2A55-7A14-0D39-65C8-C8585444F004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5D577BE5-6365-43D1-3E43-0C3DE168C961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7FD39F2-7902-0094-2330-F8F45F51168A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E04256F3-BCF1-334B-D436-8AC6707A9D36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174ED902-2C69-286F-735E-8D6E5CCB275F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308FF3C-D0EC-0E45-5FC3-01A2361DEFF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3507D37-EEAD-23A3-C760-CFB544D469C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2FF4694A-28D0-D7AC-82EC-8B7193FFEBB3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0A0BFBF2-0326-C8DA-2064-C9833322693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DD8CB0E6-F201-8A70-FAA2-E7ACD50E160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F36DC87E-5AC4-0C9A-67F4-676E86FA804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215EAE5-D936-6DEF-9B83-B48B9351068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3C86A96A-E343-0261-1155-37DC8360ED3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D835901-6B75-A901-5212-635BADCCDF5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A80D63A-C1AB-DF00-D740-E7066D6EB73F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EC3C4AE-622D-09A8-88F9-097C0BF4D78B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9104E34E-75C8-102A-B7B1-D256FBCFB6A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6D4D951-6062-A699-4693-21A682FC482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A642EFBF-1BF5-AFC7-CE5D-D42682F02B1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3612D848-B9F1-8696-C50D-3665101C58D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18D3680-62D5-D9E1-5E65-76091549F96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D023B988-3AC8-2325-7F0E-C5240F16C74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17E07D29-D8C7-6B41-774D-555F2E37325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7F5F432D-F7E1-7BF5-969B-230573AE319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B54D9409-B00C-CCC4-B28E-06693535D9E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75A95A4-6473-8802-F8DE-D63F8E18896F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711AC9C7-5A7E-2514-FC0B-C93DC0C57524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9734DD96-8896-27F0-BF45-FE7DADB8961E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4F01B768-7708-C761-07E8-8A09CE307B7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1367BAFE-B114-248F-C4F8-0EC3F70F8A3A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3FF25FDA-37DE-00DA-7496-1E7B440A119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809878A4-265A-4A64-0411-834CE30B40D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B7061F94-F01E-8380-3C40-F38A2F06B48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92F056A-E1E2-3F2B-00FA-8577EC90194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9FDE3B7B-7227-8FCD-1292-6742DB0E8EC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61AF90C-6E40-8DA2-63ED-982D2D307C8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7199915C-9A29-E27C-2D07-84349698D23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80FA2359-A71A-FFE9-2ACF-6471AB704E65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E47EC03-6F11-1E90-20AD-D4E0F9525044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FAFF44EC-A270-0DA7-C310-82462FD8C560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4004603B-7DA6-B025-61A8-7AEC06B6697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825A4B25-7D47-F8C5-D94B-9F4AE3A14A2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67C23D70-61DB-5B51-3F75-154DFFF3C97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19DC0326-F6EC-3227-5A05-4F677CF471A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7F1C359A-09E0-886C-AEE1-278D26283B7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B4CB46A8-CF74-973F-F5D9-F49AF7C20F7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10DD8370-7E14-7A12-1802-748206561AA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F5F6C869-EE4A-D554-2FFE-046EBB16364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6060C23E-8F58-CE26-FC12-DD9F3AD35F03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C8F2BA69-4FE1-1EF9-5FCC-DFAD2464E1A0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0B63DC65-F5D6-D34C-588D-E487883691D0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EEA2260-CEC1-7C65-A772-5AF9170DD780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2C813217-1C3F-391A-9E8C-D23D8445AF21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7C1D31D7-0F94-CDF9-747A-173DF1BD2EDA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4CBAC14F-DFD3-7E86-967B-3E81DDF8B813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7E9B77A-40D3-6DED-C050-2A0D0096AD52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98438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9A28-BEC7-93F5-B1B3-C35D09E38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A2E8CAC8-5962-4757-F282-FAA812A76AA6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838AF91-5C68-5912-2FAE-AB6F1D00775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B5191F2-1F74-B283-0E06-9AAAF6B5D12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F689E016-0EC3-88CE-E3C1-015CA0CCCCE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D70F5E04-63A3-3D72-A2DB-98A0827E206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894292F1-9F8E-4373-90C1-AF232925B286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9133407-F563-774D-48C3-2D544733085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880CAAE-59BE-76E9-A455-20C71D87214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90C1750-97B4-A5B0-03E6-45C5793E232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D7206DC-25C3-E7AE-F54B-A5D960053BF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663E043-C2C7-4EF0-6069-00D4F201F82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2527575-18E6-BC5A-FE91-CF7936F021B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641714C-3996-C5C7-A019-F8103BC82DD7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3A07BD0-4979-4249-2016-1E13FB6AE21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1F5454B9-6453-B986-98B9-907D34D0E25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F30D271-377C-4411-C413-88098C534DE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FB4E55C-D1D0-7918-0F8B-98398AE10DF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A73D943-953D-B2D6-FBDE-7A72DDF3EF0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E50B273-BEED-4EB1-F005-A5614189E5F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AC5BDE19-0745-0274-535C-783C2DBC4B3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7412060-3687-C07C-E625-35C8846681D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816EE997-31CE-A94E-1135-7E6066EFDEE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6BFAEBC-CF06-3231-19ED-7D46B826EDB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CDCA042-0E30-E382-AEAE-2A7C7B0467E5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8251C1C-FF1C-C599-D0D8-45C5D7E5AD8A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1CE9877-BF6E-E0C5-24A5-F5AD76496A6F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5189B78-0AAA-748B-C9E7-926B62721DC2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4708808-4391-1865-6B78-B86190608AC4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06207E9-271B-8723-5F33-C04E913018E0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5F716AB-5510-5905-CF10-8C8FE0B790F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A779BD9-2FC4-D478-A4EA-241FC0816EB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197AD9A-37C2-4F24-5624-D188A3E9FC6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32035A5-40C0-0F1F-3178-02BE3580D81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5C273B2-FF2F-57CD-FA7A-19216929BD9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5932859F-0EBC-388B-E5A3-8474BCFF9D8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CE1BD737-EB99-409B-0E15-4A2C18D36B4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2D70B4DD-AB01-99F2-BA1E-AE13CDA92328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31BC6A36-56DB-5A10-A53F-BD65AAB54E0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986F2B0-D5C4-6245-D84B-C2EE3E0DC45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C40A546-16CF-60FE-C448-93702E1383E2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930960C-39A6-49A0-7581-DC84CF16119E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14F393E-1595-2022-8465-ED8D0431FF7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2B4D0F7-DFDA-276F-98F0-CABE9345A40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33033999-D5B5-6FD7-0E7B-1A2B0E25520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5B32251D-4198-C932-EF83-08ED9356C71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C714043-6E13-ABAE-6B7C-5F52C0EEB35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B780D83-A19A-20A7-141C-199203F5798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F1955C94-3070-A7F7-9DDB-F71193C2634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E63CFD5-55D5-606B-E84B-6C5016EC032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FEB3222-7E0A-658E-5EB7-A215B2AF5C3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D537D45-F34A-16C2-8876-5FD79552882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16265AB-F237-FDA7-F277-F342C03860D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B10410B-32D5-BA7B-D396-DF96E85006C1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ED7E8BED-6D2E-C629-E9D0-7EC8BB4DE5F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09A91462-E603-34D1-2BAA-610155CC09A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29D27DFE-B174-12BC-C4FF-66001BA9AFB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464757F-C78C-2E44-CA0C-0EEB3D5937A2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5F86137-08C8-386C-84E4-53C01307008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3B34476-03B3-77F2-63C1-0C80E5DC188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385CB4E5-093E-31F2-CD33-F44250F73B2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5D64DC7-141C-A428-1DB7-E4060D0AF38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51BC97E8-4C2D-B934-D1D6-A27151486D8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33FA94C-D4F0-28DA-9FD3-F54D75EC41A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671B815-FFAA-654B-CE02-C8E87B50144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2382C73-6EE5-E018-A9D9-08F10BA5D3D3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2B6E573-965F-1361-C878-ED9FD155C959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3FB9EB76-B5F3-7357-273F-B2668A743BAF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529C3A2-D38D-40CD-1E61-9C54709FF987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ACA7699-5993-EF66-4511-6EC1A97B35EB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14B0F73-F5A3-5C14-0776-8E5657EF7E33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CF367DD-F8BB-9CC8-26EA-F6DAAE40D375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3E40928D-171B-268C-6AF9-8CA3920DEFEA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37E85BB-17EF-B5A1-10AF-032AF77236E8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1CB28AE4-1447-1C0A-4774-E92B34B7C2E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C658A1F3-F8A6-CCC1-E373-701799AA26F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5091ECD5-B3DF-FEC7-CA04-1B44574FEC0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7A11DF50-162F-2E48-FA92-49EAC62E91E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83BE2802-F846-35AE-E134-F2195902B90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5E8953FE-3E5A-0A6C-A333-F32A5091FD9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893ED70-0F13-CC03-D725-827FB5274E3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9B7E0ECC-FDAC-305A-C0D5-D00F4EB27C0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4D25B2E7-E74C-880F-9240-C08F6A7B8EE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BF32E61-4622-ECA9-8BF0-DF67F894969C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5B94681-F430-95C7-78E9-A0773A36300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B207F144-A0AC-5F93-DF34-83FCD814979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4291CC16-5FCB-E382-681C-61D792019E2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B5E6FB9-D2DA-A5ED-FF0A-A9EAE6F2F50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6D3B8D8C-CC25-E74A-F666-FCE84FDACD6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61B1E08F-7D33-E419-339A-7BC4429AA2F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10625514-92B4-544B-6D97-5B8EA991910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29356DC8-D14F-1997-39ED-332413B38BC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300FE2D2-DCBC-7002-3F41-18713B0EB50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BE920A7C-A0F2-FAB1-B32B-C853C331EC6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8E0572D-3B62-74B1-D9A8-656FB49EBFF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A75830F0-A46D-CE7D-E608-833D828D5C9E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F63860BF-79A9-8B08-44D5-0241EBA5D3EA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CBFE09AF-5C29-1E03-F0CC-8CB49B3E624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D4A54CFD-9EF5-4681-A3B8-0F0AF67AE2A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2BC1F97C-773A-18DE-D638-DA71416185B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4699E17E-4E4D-96F4-2FCB-BB8DF3DDA65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CAFCF1C2-48E3-EF47-1606-6BE0879CDD4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146973A-ED05-5087-DF7F-5E6EAAAED33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A673C281-AF4F-F4D8-FF1F-72D6DE58E20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880A251-3434-D6C2-B3E2-5975BAA9AE97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13EC7A2F-2AFC-2E86-636A-C3481382181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EA00A545-E202-9B48-C3BD-7A762748794A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2B99FB3-17D9-1900-67DC-817C15209500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063C5B7D-13E4-9030-59CE-F0FC2F95F3F5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6CC220D0-5B98-9FA2-53BC-83686A927B2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7231B18A-9FC4-2EAA-6399-38EAA84E1F8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E4FD4CEA-FBE5-0284-77DF-590D9B4C857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4447EA06-F758-0B61-C75F-FF09CD07F5D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AD2BA0AB-012C-AE9D-F232-DDB893E4B6C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21F9AAB0-FC44-B45B-54B3-730B496FDDE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3D0ADB01-9F5C-496B-3390-908A5F64BD7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2D92BE75-946B-6868-CAD7-8E5C39E2F9F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E8824919-1757-B67B-AEC2-EE4D5B3E6E73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9198D674-1170-F86A-3D27-8C2EFFC2F7F5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C6A851AE-CE7F-D209-E711-1BCDEE41049F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20B8AE7D-2E84-6789-0995-9E556A4EC029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E0BD3935-FD1B-FC2B-12A2-302283AEFCBE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F1C646BB-B42F-2803-102A-ACA50DEF62FF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D3827B7-8406-5B1E-6BBE-AC1F93D91FB5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341CAFB7-C2EA-2761-40C5-78832B0E2A00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8290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37F5A-769F-2C97-FFF5-8849DAED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3EEB5432-A691-AE9B-5A5F-ED46B3D48592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BDB27FA-3D2E-AA35-53DF-AF64299E281F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4072468D-BDE7-DAF2-D5B1-C98363F041C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FCC9EA4-802D-F0EA-6DD2-034A66C0328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B8F7A37D-34A2-EC47-2825-A357859D002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A99E0ABB-D8C5-64A8-B987-96027F46FEE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5D080A2-325C-887A-00E6-61BAD528F80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0381054-352E-3087-01DF-777D7922D89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DF22E90-41DC-3632-9820-25AC7791D6C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81ACE0DB-9CAE-FAB7-DFD2-A0157633153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D91383F-79F2-9BEB-135D-43836115FB8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124D276-C8AF-493E-15CC-A7E72C5B1602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B1AFE1E-51B5-2359-51C6-1FC312EFCC12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6B00742-70B8-E08A-A241-1AD3DDEFE43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9B27EEE2-9E58-4D27-1F67-8938706329B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E714FE4-130C-A636-A104-504774D9E9B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7CD81578-27FC-4305-0880-BC4301AD3D0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7B29B85A-6038-AC8A-8F82-9299C5EC85C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68029C76-FDAD-017C-579A-B0E88FB197E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B089A73-0847-ACA8-D6C1-1A609FE9839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8CC3E76-E172-39FB-2EAC-8B4E5FFA5F8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1E8968D-3B0F-54D7-E4CE-4699D44AC73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ABCE00F-87EE-0543-3AA6-A65FE3C8FC5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673A333-003F-265C-7FDB-EE6D4DFF0142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29BD124-5577-F1E7-DC6B-253B84F89E1D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E2DF1D9-0428-862F-90C1-168EC6EFA43E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143D561-314B-7C7B-21FE-ACD444A96EF9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2D1F37D-5CD9-A1D5-01B1-D449D16A72EB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7D0CE7B-1A3B-798E-9807-7332063125B0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F4B8C86-EFF0-1DC8-929B-90785585F457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1863763C-86BD-30DD-FFA0-55083C45C0FB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992393F-E17E-525A-A512-C79C1E62EDF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4289D179-B624-0B4A-C39B-3A2B8C4C73C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D06DA2DE-2724-D00F-C2FB-F7E3DBFFD89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A5E3CDA9-4B8F-0106-2C91-5E00E0FD395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195E34C-90AD-5823-4BAF-EE82FE65414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D5D49D63-1946-E5B6-778D-EA516720901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E3B2B10-1609-DB38-6C6E-53C8C4AA3A6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460F963-3095-D00D-49A6-C44AD5B1210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8FBE4BA-BA02-8AAA-C0B7-596FA3B0078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2A78E91-099E-3ABC-E8E3-98F6A5B6B411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7EA6FB4-47AB-0DE8-2BA1-9C5E20B1ECD0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790FF85-9A08-AB1F-866A-72CB566912A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A7CE438F-B2BA-E498-1B0E-7B475634351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211AC62-705F-5535-32C5-03E8B4EF406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9B1E4D1-A56A-B640-2068-4313CEAB1BCA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ED2F68A-9FB3-3F71-A5CA-6D36F743529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14D4C9E2-B0BD-AB7A-A495-9BDA1D9CFD1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017031B-35B9-BF1A-04E1-112C6221D85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0C34C535-F6F0-9682-CD32-CA2E5F95FC2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02674592-3992-FA35-787C-A80551A2651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8638B56-0B08-23E0-7484-E84AC082D8C5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05A1AD5-C9B6-A185-DDEC-84B2A107B61B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1A725388-511F-9A03-1C23-ABFAE2B738E3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364364C-8FA8-4788-188C-67202A76227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AEB45EF2-2A84-EA75-8B26-DC0A20738DE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55925B1-06B8-AF40-B40E-086022D7C51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8A0D5EC-E63C-7AF8-D637-CE7617C006D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5C2DA87E-D929-3C29-AE42-87A67294187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FD0D538-F89F-3CD3-183C-DDC1C98BCCB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2D68EC66-7C54-B108-249F-00B0B3B1617D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CD7EDEEE-AB9B-7AFE-4A59-1A6FA8DA626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B72F2A3-2603-264B-EE5E-CA9F258A31C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5EEA90B-4948-868B-2ECA-53AB60C5E03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252876FB-8222-6C6F-685B-AB5CCA91B547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533FF29-476C-449A-FDBB-24E07419CC0F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6D6E210F-9E60-5EB4-A27C-620FDFF42C36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441DBB3-F979-AFE7-A146-CDE7F3409704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4A3E89A-76AF-1CC0-D838-888FED89AA54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E1C1205-AD2C-10F6-3EDB-61448CBF3226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634BA94-3474-1A7E-B7E5-262033EE0328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CA8791E-9F5A-E2B9-4CEB-6E8A883F54FD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574B9E03-FF22-4C4D-7F76-A6DBBFFBD637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3E9162C7-FFBA-90E0-7884-53E2D5E9BFB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43742F32-60A3-9F95-FE7D-9314E666794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D210B6F-70D6-EF8C-FFA6-AE90AE11B6C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D517E969-A134-1E03-20CE-229DBBDB9A3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CD8538C3-85B6-3D3E-6D9C-675EA2223A7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5C0D0DB1-1800-E9BC-F399-D0228187000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55C6B49-02DE-2079-66AF-7EAFD03748C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710B3A5B-77E1-9580-14BF-EA2A35A390E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ADAE64A-6907-7576-BC55-A7121BB703B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E5E505B-B8B4-05AA-3A43-D0478940E915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F989A5A5-6459-1A35-5831-863A5ADED68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792D5A7A-5570-4D80-BD04-6A244D66D2F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93A9511E-3A89-6926-7C9A-043896ADBC3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5A119EC3-C020-4276-AC45-890ADF7961C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0789784D-03ED-75F4-FC15-2E0C66EFFE5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135462E6-F1C0-7AD4-33B3-0B303D6A8AB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C6AB1577-5B6F-B599-212A-1609CA86AB7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935A88C-9C14-B5B9-7BAC-D8E82A19A97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1C497E9A-1A80-ACDA-8284-1F0A8D0ECBA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0A4DAB67-E498-E5CC-C0CD-58A05E6A97E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1F1D3683-705A-B16F-F99A-3166568388A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853A739-73C7-0A7A-FD9F-BD93A7A381F2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0CB70934-C179-06E8-5990-C9F170A19A06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FD73D7A-73C5-A79A-AF27-AF1F0873FBE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662D62E-4FDD-369A-F46C-79B9CC4D606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D2CD5FD5-179B-C0F2-8457-E081EC1B40F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F6A3B0AC-1F2D-6640-EABD-706AEA3A232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8B13A558-5CD6-4DBF-E9F4-98A3EF927A2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9BFC4440-74E1-8B38-6020-84F2BE45BA5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C51F56F5-9581-C33D-862D-777C4665792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5684C363-59F8-23C1-C5F6-C2C0AD157E5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C3A414C8-D028-F4A5-2CF1-0A6E1EE4DE2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B93C0634-61D4-1B8B-123C-D0F56C8907E3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EF8DA24A-1D23-2A34-B5BD-2D9A1C24F94E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B7D3F80A-4730-D674-F12E-554F39A4425D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66E63A30-3D5E-A1DA-FC8E-3303A785C29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989CBE07-31DE-A102-DE55-3EF3CD2B1D8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738D68C1-F881-7E8C-2CC0-FA651CD2288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6B339763-3E07-EE32-F8B3-7CDF2786777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283C50BA-D6A9-4B4F-ABC5-C0902487A81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D32E7DEE-4F43-65D9-E773-E76CAB2FC53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0A1F995-3B64-7D58-8069-9596A71BF5F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8FC421A0-46A6-CFC5-ED15-0811855B42F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6040E68F-74D4-0515-94A5-C7E4AA2C972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544088D5-597D-7C9D-86F9-B14C73156BFA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2476AB84-A309-93E1-4BBB-E3FDE7E411FE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0A2C051-0C9E-D2C1-1C64-B3BEF6CECEE5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4D9D6883-E09D-1A08-D2D6-74E445D0685B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DAC5E0E9-8ECF-DAF5-70CF-6CA140CC139E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196AF5F2-E353-C0A1-35DD-E6B97A0D3F43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A6830F5-38CC-4FF5-0291-7C45C7A9F026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8252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835A-643C-C8F2-D599-4549EA39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E06EDEAF-537C-9030-19F8-126437E088F8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254008B-FB99-13E1-FA08-DFD57609A02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4B986C7-C5E2-3D12-11B4-668DC395521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09A711D-7C20-0990-3942-17D4977008DE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CDF72634-9B46-8094-E7D4-130B077AA69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004E777-BF95-61EF-331E-D2295E8C9D3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7BB67D1-EAB8-28BA-6237-9C9ED7D4E9B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D6A954E-F8F6-BD22-78DA-E75C59CD552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6E8F011-ED8A-89E2-3FC7-9BD124C346F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4CDBED4-E960-684D-A93A-6F0631DAEDE7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50D8E75E-F6A7-7E1D-379A-14243F6E8D2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FA9720D-3AE5-649C-8C54-61CDB7F2131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919D429-C4A2-E71A-4A1D-C1E5F3FF83A1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0CC4B37-F0C8-E700-7418-D03496CFA21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33EDE6D7-8B6B-96D3-2CC2-87E331DBF40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6F3A858F-0895-3745-2CC5-E5D89218178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8CDB0E7-698E-98A4-CB68-9F2400CD257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F9E45506-E644-AF74-0D38-DF84AADC080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901A4883-ECB1-8856-4FF9-B7C2AA28FE6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0D0D218-DFFF-1B99-7646-3845FCA0626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937BF7C-5269-B4C6-ED16-7CBD0747490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67CD6A1-EDE0-5D28-B668-DEFC6C8CF95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808B079-7EA9-C036-1F6D-1E0E04A0DB8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4A034B5-64D8-DBFD-966B-7CD8463A617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7B6BC2C-CB6B-8C2E-4BF5-CBF66A344FDE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3919436C-C751-66F8-6501-2B10BF867B84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B22FC7A-0D77-6ABD-43A9-82ABCA74173E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C02B9B0-904B-6F48-E0D1-675AED1421F4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1856D4D-B700-D2E9-1097-99FA19646252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D0D57D6-0421-A71D-87DD-2292F34D63BE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B334F3-A70C-B37E-002D-D7AE616A01D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2D4D5907-83CB-E1F0-F3D0-9A9EE96D85B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4CDF4C9C-064E-3884-CAF4-9CD1D8F93F8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BCEACAD1-1E35-4687-4B5C-E90E1E0185D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036521D2-EF32-E340-1F86-BCCED1319C0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D2AE063C-B466-46AA-5E5E-626F1E61943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484E9783-109E-5CD0-D787-EB7D187BA92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BCDFD2EF-C5EB-3779-A4A9-EAAAE8B9563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CFE15B76-83C3-DAAE-907F-1E0240B8CBB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9DA2514-90A0-F694-98F9-48FE2555DFC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06DD5D-1521-614A-BCB3-8238F0BB1F23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4B208288-F2A2-7AEE-DA07-696C159E055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8B7ECC3-3428-380C-1742-6597A84F8F2B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F7A04618-F608-CFBC-35A8-F8906E5728F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2BD2C95-FA8B-69A4-CE37-8908D847EBD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FA51400-7B31-1E27-19CA-AE58753F6EA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77A33EDD-3C14-5CD7-5C88-4F2FBEA19D8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7CCD966E-4D31-350F-76A6-8B663DA2817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B7E2867-24D4-D6E0-462C-7396131BCCF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40FE145F-C8E2-2B21-9223-BA5D6433DC3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81CA812-90BE-6FC4-A9DA-D47A02D62E7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7F6C4AC-3EB7-3C84-3A09-4054E328E0E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47653BE-3591-6824-FA56-8A1D03F393FE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A5ED4C01-6CDF-C1E6-101C-06910D68D2AF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BD3169A-7FAA-A485-F15E-6ED976A9EF5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01DFE057-7692-EB94-FEFC-D69F926825A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33E4348-79B3-844A-A504-2853F0EAFD3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4EED946-A601-7656-6CB8-6546A12FBE0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30C0A9E4-7AD0-ACF9-AA82-FC8310836CE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823C87B-2A61-3651-DD2E-4FDCF1B486A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99282B79-7A04-5D47-A92B-92A66DBCAA68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E6F981FB-BF9F-D1FE-EF62-774A9E638D5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074A4227-BB57-84EE-27AC-F5CDF9EDB63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33AAE7C-1AC3-289E-A541-B15D36BFDAB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1C0323A-19A6-885F-EC2A-770C6EBF4C1D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BFEAAF06-8E67-AC88-454A-770B7F03CD5B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3B2CF3C7-888E-3EB2-28A8-D0E178E616A6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17E6C27-695C-FFDC-FBD6-611D6687794E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786E3C6-DFDE-0E66-609C-488AC49D1A9A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6BB805F-AFBB-C1C1-35DF-420BBC728467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6C4F0D4-FCAF-B801-A066-25894B53AAD9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46A8A8C1-6ED9-9BAA-C43B-1EA4E8A41CE5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126E9CD4-2630-AAF6-0846-D7A76D9DD912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09D3405-DC67-3C05-816E-20654C12360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7EB23A8E-9C35-13A3-A0C2-05AA7F546C4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EC992BCE-E15C-358A-0AB1-2DB4E1B2A19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2F2FA8C3-83E9-F2FC-75E5-3E88759F7DF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26D13352-8800-E54B-749B-B2A73BEC0DE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209CB33A-617F-9FFA-C92F-70253AE7602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FF413115-EC06-8318-C5B3-E0672E2FD51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64D99041-E27E-B607-ADB9-C2703D73ED6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D3AFE49-523C-0821-3300-FB1F872E167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8C9176C-B969-6E06-4244-117BFD406A3E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8F12D07-33ED-98D6-3DA0-4A8AAFB9E6D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E9FE2E9-309B-66D5-A86B-B46EC1421E9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11A91C7D-F68D-9623-C32A-C3DBABF42E32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BBA5CBBD-E05E-AAF6-FAA3-5D5227FA22D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29288EE5-2220-002D-4B85-B06C35185B3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1322DFB5-99BD-49F9-E20A-115CBEDE31A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A71F31C-B5AD-9BEE-E1BD-58E0CFA698D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97C5B3A2-4CFC-02D5-5937-8BC95E43A87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703E0E3C-308F-4B7C-3BFC-310B011E785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9BA81356-D7C3-4014-8E12-1C81FD596A39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FBAC59F7-2343-0857-07FC-63E6186FCB5F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C3F1A245-51A9-1138-7C5B-7AAEB43975ED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41E1E18-FF11-A840-F930-2CCFED22084A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5BF91EB8-1730-AD0E-BA21-6F37C74FD1A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C29954CE-80B9-4F48-CAE1-324480317B6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DBB4BF16-E4CD-9A67-41E1-D27F36517E6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DB68A01C-0EE1-103B-3DA2-0C7BFA7F824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080E8201-E36D-967C-352B-DFE22E42EC1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52B24E13-3412-83E1-5303-86CD16FA59A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1471A274-3B15-182B-F35B-0B649583D67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D55C3AF7-935C-2F8B-A7E4-AD48E14D4CB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18583F1A-87E5-4FF9-52EA-483CC155F22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7123B9F7-8143-DC37-3346-44DAA5F3BA47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03159BC7-6D6C-FB9C-A9E7-CB89D37BE20E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594EA4FC-7706-7D48-47FA-BCD987DFF538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AE848EE-EFC1-15D1-63FF-9E8ED53D0DB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80196206-EBE6-5275-630B-678C0C7E7E7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F210DFCD-CEBC-AAB7-8E45-37831B0CD65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8C8201DF-E985-253E-2974-58AEC10F5A0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77345CF5-F0F7-4F5C-3251-B2B07464811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FB5D1483-3A05-BF98-43D4-26505164693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571A4B7D-8EEA-E49C-E59B-CF725D0FE2C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16837AF9-BA07-AFE6-3C2E-8939126B331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A85F2405-CD54-6E48-EFF2-724C680CACD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DD268DFA-D26E-B097-D684-A26E40AED218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59B30BE5-A54E-704F-1B81-00A2EA306945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A839A669-587F-D097-4F21-4ADF65A24C1F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BD9BB2D6-3A56-E227-8001-9D0C4E0C2CB5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C2269B4D-79A4-E99E-D54C-928FF03D1C9A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932D814C-8849-FD63-2754-912BB76FDDDC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5DBAA24-A320-A861-CE04-897F306585E7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1C221B-BF8F-DFFD-51B7-F6CE725B8DEA}"/>
              </a:ext>
            </a:extLst>
          </p:cNvPr>
          <p:cNvGrpSpPr/>
          <p:nvPr/>
        </p:nvGrpSpPr>
        <p:grpSpPr>
          <a:xfrm>
            <a:off x="5886126" y="3823992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7259748-396C-8715-BE7C-4EA7A9F2D2C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FED1C37-E196-87C4-C006-831373652A1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F227DBD-9451-5B23-5698-C7B9435A3F0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8AAD87C-A075-3591-D235-01CD93FD275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E6D555F-55F5-CF12-B204-1A4EB14EDBF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1DEBCA-87A6-4D7E-BCCA-BF391F4FAD0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2983F8-7AFA-C19A-987E-66000DB12B5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0B84AF-44FF-3843-E513-5296A7D4D21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3BC08B-B1D0-6ED0-72D4-6B0DBE5D4DD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44D043-336F-0318-C254-2B8AA44136D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4D031D8-D71B-5B8C-76A5-BFB33F2BDD5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509365-02FC-5D87-AF8F-A71F6E5C68E2}"/>
              </a:ext>
            </a:extLst>
          </p:cNvPr>
          <p:cNvGrpSpPr/>
          <p:nvPr/>
        </p:nvGrpSpPr>
        <p:grpSpPr>
          <a:xfrm>
            <a:off x="7762773" y="3872491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E2DFE56-8C25-23F1-17FF-48117F313BD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77530B4-7C1A-3220-88A6-9B29DBB2337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4711116-3FD7-A092-EC6E-18013AA4F6E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8C176BA-19BD-C75F-ADD7-15F46D47802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C5F88B9-854C-AEBD-9C43-460060770E26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07BDF76-CE38-30C8-8213-93F3E3B9134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F106945-DD74-69F8-AC87-B70F4ADF7B4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59D9C63-E9D4-9F7E-279C-024ADE66E0D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EB81028-3B3F-CC0B-E632-3AC004C74E5C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259EC3-A419-660B-7BF1-ACA5FC0A841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AE3A46-09D8-B4F0-8DDF-4A89E7791AF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D03378-DEBD-5F54-ACC2-06AF92F260E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03078" y="2884606"/>
            <a:ext cx="3746956" cy="94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DB4C02-C4D9-5267-D895-A9CAF3826809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803078" y="2884606"/>
            <a:ext cx="5623603" cy="99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02C386A-801A-3AE3-744C-E563995DF545}"/>
              </a:ext>
            </a:extLst>
          </p:cNvPr>
          <p:cNvSpPr/>
          <p:nvPr/>
        </p:nvSpPr>
        <p:spPr>
          <a:xfrm>
            <a:off x="5718058" y="3558012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26B9F0-06D3-208E-9C26-F14BFC68081E}"/>
              </a:ext>
            </a:extLst>
          </p:cNvPr>
          <p:cNvSpPr/>
          <p:nvPr/>
        </p:nvSpPr>
        <p:spPr>
          <a:xfrm>
            <a:off x="6862547" y="352239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4395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4914-206B-B8CA-2C50-2294C591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B5ADEC5B-C19D-4921-9F0B-D4E3529EEB08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0F52DCD-7492-4DDE-599A-24C2791FD46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705E492F-E76C-ED1A-7F31-9DC6577519A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94AB990C-8BA4-D3E7-440A-222E1840222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723D346D-10AF-A827-69F9-0684727FD65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6BF9546-6EEA-8739-C55F-614D0FF7B81A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D64065A-890C-BB07-9944-1CCCD3BCB14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C145A489-275B-0DC8-8B60-75CF394D655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ECA6D0D-46FA-B5EE-2A82-21F7DAF54D6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805A1C5-314B-90E7-E8EF-8B3FDB14B1F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67691320-F069-35C5-DB5A-A4ED27C73CA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6AB84AA-B031-D132-96BB-A8C6B701F47D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529EFBD-CA22-0B4C-3F9A-C3555B285DFB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659F11E9-E753-D4EC-7381-CBE51903B382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9CC3B781-CB96-4E22-785A-A1C0B84D2B8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7EB0960-D51D-81DC-054A-C1087E34CEF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7D6A864-4276-8A94-1830-8D888F46FA8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8567E75-5601-A798-549A-1CFE2D7A0D7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EBBD74A-5B84-17DD-1A77-0DB1E7E47AB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B0B6137-6416-A9D2-A643-41E1D41F544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3652C076-7ADA-859D-977B-5427AFA496FD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A7A41D5-E886-4570-50E8-1F9C748D4E7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13305A5-949B-0342-860A-5069C8A73FE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7B962F9-C103-B256-5AF6-3E7896BCFF7A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5B4912E-0F6E-6B6B-08D0-704E9DCD8A6A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BAC6DA1-324B-7EC3-8CE8-31EE7015EE39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36099F5-3AB8-1E79-8C04-095FBEA322F4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906DD4C-9A17-CD7F-8B05-43DFFB9A27DE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0832154E-89CD-691E-FC5B-BD3BFC560477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59926FFC-DCEE-06D6-E26F-8DD357797EBE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A91436ED-2381-F56A-0068-AFF718B48C7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45515CE8-AFC8-5D30-5953-B9BD5159652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E84FC15-C627-BB09-6A42-84D57D618DC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57B5A87A-CEDE-E47F-4485-E852F862C2F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5D2FE027-9E84-E2E3-7DEF-335B1914512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FCA220A-38B6-7929-F2F1-17C30E366E5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085801BA-282C-1963-B846-CC6C64A042C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1D814D07-DEA4-3003-65B4-8B1FCBBC4F5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D597759F-8773-83F8-CC64-08F7A35435E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03C5DCD-4885-FB65-2738-C3F7867A230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75245DF-4777-2360-4726-2D3DCBF07B83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F7146D4-773C-29CE-0179-97F519F1DD2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93729881-AB71-031B-4C30-0B285CB6595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A34D76B-A519-6316-EE42-CA48C38713E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9279532-CFBA-2A14-9F2C-46C452DF886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D35664BB-6331-9C0E-EE7F-EB87C897D92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2D0F4C5-58B1-4A08-3D06-781343503C9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EE0C673-F1E9-BE62-00C4-5C43A9FF085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F988EA98-0429-65A3-357D-F1285822BD53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35C0601-1357-9E15-7BEA-62F6C6EDE52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CD925E5-8F2B-40C0-7484-77866B4ACDC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31752C8-EF3F-62F7-F95F-CC8CFB8B439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C5A47B9A-87A4-D6AB-325E-5D2223D004A5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0E9C6D3C-47C0-CF43-AFF8-7B4C6CA30FA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37A00AC3-3E60-2284-05FD-4E835B91631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F5897EB-5F5E-9896-B7DC-E955D41611B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D549C01-1422-CF85-9AEA-6F532D2D4335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ACD1B7D-B48E-418F-D93A-92F6FAA56281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176FEBD-C5FC-92C2-FA01-AC8C963A306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7B73955-DFFD-F43B-97D9-B7A34E00129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CCD91C18-396E-2409-4C0A-E89769B7591D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2D8BFDDB-0B16-2AED-EBDC-73A266BA5FB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2B4C008-48D2-548C-1D47-0014F243309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488FB959-7FDB-C1CB-D883-1B96CD27BA08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8D8D148C-4BBD-42E0-7BF1-A216EB872048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C8D79E4-ABE9-6F84-27CF-EA4B793ED4A2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09F10B19-BAD3-55BC-5B86-636E22C835D2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1C7835-3FF8-3834-49A9-A70C7F7306F3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BB6EC12-4290-2F27-7AA7-47534CCEB06F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086F38DA-7540-689C-56C5-C999A5AB3BAC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4F2DF96-8079-FA3C-75E9-C2835F8377CF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08E760C-C7E9-DF5F-2671-5CC1F75C735D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CE4CF1A-F7B0-D350-4B7B-F44BB33EC3CE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EDA2ED5-F692-8659-CBBC-68566D03D4BB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0FE291E-FBFC-626E-2C6F-F71D4E39191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D6694F8B-0EB8-3CD1-8463-3142DE6CF55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EED5D930-72A8-0AE6-AF42-A5BB8348656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8D8C35E4-F9E5-0EE0-AD20-071CCFE03C3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A49993AE-4E7F-A8A9-0347-483E5A20F66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E219BE4F-6CCD-2831-A043-AD2A0AC04DD8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67FF9612-3D0B-F9D7-8BBE-07D1315C3B4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38342825-C08E-2497-973B-EB0B75753F9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C78C9A66-C5CC-6BBB-F506-555852187BCF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D23250AE-5FC2-EAD5-44BA-0CAAE67554AF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388ACBB-AC4F-57CD-50B7-3CBBC555343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688760A3-FB6C-AE22-CBBC-482F5F54E5F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820BEE2-4061-6E02-15E8-41331E40645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393C4723-784F-56AC-F0BD-B9107991A16A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D7AE83EF-DED2-0CD6-8314-634DFD8FF31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D2BC2E86-C72E-BA8D-B1EC-FED30648C85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EAF83B0A-5ADA-D173-FE40-19378FD239F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BF1FCA25-7A2C-66F0-A783-A627E7113AC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8A6E3B91-517E-FFD4-6B5B-4A443A47ED8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CABAA8FC-396B-5AEF-3C58-4430BE8CBED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90E53D4-D505-FB3B-6D74-7ED65A923526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A077AEE6-4E6F-C4F2-33A7-566F5D9152FD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303DA046-86C5-2893-88C4-5C206A48541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B8C6B137-BC55-71C8-EC7A-167ECBC41BC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0EDFC0B-5EEA-1A2D-56BB-5FFE8967692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0DFB8158-3B67-35CF-9A2A-976F0254079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6798EC05-F2FF-0193-6A80-3590A1FEFFC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AE442265-83BB-3B80-5C16-F13161104AD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05AA8A7A-179D-9BA7-C36A-D9AACD896BA3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82E5694A-E495-1613-C6F1-B152FB16535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EE4840B3-9ACD-D42B-06FB-3040B00639B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747B8D4-BFA9-9CB4-D8C9-6127BD92AFA2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B90D3C9-4729-9732-2A7B-D4E403BA7541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890FFC5F-0822-320B-1B41-3484A8E0A126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E1A9C808-2F66-CFCC-2708-2335A127064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F5D665-7AB6-1ACE-0E5C-8D674DA2957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FC500673-45DF-703D-1952-9D6D7219F42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0D412CAF-F346-E817-CF49-7A65ED72E82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B0B2295D-4549-F3C1-5067-DBD70BC165F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6E4616B5-71F2-5072-9F8C-D8BD8DD94AA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54349C62-5E8F-A115-E0CC-41DE4622B5D8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0E3A2092-2854-DBF9-EF68-D5E66DFB45B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0C63952D-BD1C-3772-3604-159D5511502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41B1339A-443D-A365-B3DA-3DFDA6512162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99622103-78AC-3E0A-03AF-BA80EA78FCE8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E963CCE-9E79-0613-F83B-6ED0D127D777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D9A9FAC6-BE84-798C-643A-4E0878F71AC3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015C814B-E6C2-5677-0D29-2A447F474350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DC99A5B9-8E84-3E3B-84E4-4E68CB3C7077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8DEAD62A-DA20-6F40-211B-9999680566CF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EEDD5E-D064-ACBB-5D35-3E944764A79C}"/>
              </a:ext>
            </a:extLst>
          </p:cNvPr>
          <p:cNvGrpSpPr/>
          <p:nvPr/>
        </p:nvGrpSpPr>
        <p:grpSpPr>
          <a:xfrm>
            <a:off x="5886126" y="3823992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3E7C257-9573-E384-09A6-E3135D3D7220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5C4D3A-1556-6501-7FED-E2A466A41FC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E216BB-627D-94EB-D564-A9B5D46CB21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28D5BC4-79B0-CA4D-5486-C062878C67C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485BB76-E863-0E5E-694B-7E23456C918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CBD8CFF-C094-2850-763B-F8FFFB97FBC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1CAF69-29C7-FBA7-409F-BCF00832B21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E68C286-CA80-D402-6B9C-DA26A016F31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72A2D8B-7434-148E-6E01-0071A1DF0BE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C9CB97-B762-D933-004D-AD4D5D0165E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93E257-175B-46DD-B027-45ACEF27C07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8A7AAB-1E61-62F3-7C24-77CB205148C6}"/>
              </a:ext>
            </a:extLst>
          </p:cNvPr>
          <p:cNvGrpSpPr/>
          <p:nvPr/>
        </p:nvGrpSpPr>
        <p:grpSpPr>
          <a:xfrm>
            <a:off x="7762773" y="3872491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F52B2B8-3AB3-6F48-DDE5-84ABA0DFC0D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5415A1-8A08-31B3-0171-02C3E0EFF82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098CD31-9935-E522-7647-D831DCA79CDE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C1A318-3CA3-DB1A-82C7-BA957975B97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C078A94-531D-A886-78B5-46906D81A1F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5D0BFC6-BE84-1DD5-FEBC-3ABF856C578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5D5B91A-CEEE-B99A-EB72-C12B46F0EB7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B5E8D76-D33D-6E30-0724-FE3EEB6602B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4596CA-D0A7-6703-9164-866EBC53798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FC8E88B-8472-6A27-D04A-9E157BBCC3C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23EAC2C-EB89-2CC2-3EAA-E49C1EA61A6D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18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3557C0-2010-511F-FE81-E296A99D26F2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03078" y="2884606"/>
            <a:ext cx="3746956" cy="94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EC8536-C473-A6A1-6604-C6319719120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803078" y="2884606"/>
            <a:ext cx="5623603" cy="99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406B9-FDEC-89EB-E168-AFF7CF91E608}"/>
              </a:ext>
            </a:extLst>
          </p:cNvPr>
          <p:cNvSpPr/>
          <p:nvPr/>
        </p:nvSpPr>
        <p:spPr>
          <a:xfrm>
            <a:off x="5718058" y="3558012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72EAAE-9EBF-7D34-C13B-00D2DBFE8560}"/>
              </a:ext>
            </a:extLst>
          </p:cNvPr>
          <p:cNvSpPr/>
          <p:nvPr/>
        </p:nvSpPr>
        <p:spPr>
          <a:xfrm>
            <a:off x="6862547" y="352239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197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EC07-E9EC-1AE5-8D6B-F04BA220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7977E241-D5FC-2211-54C0-8798A23F9A18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59BDAAD4-3B8A-352D-8E03-10E73AB95628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DD52CEA-06FE-3A10-7329-1574988E8D8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43A919D4-67A0-8A61-EE99-9A4CBC6FB1F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57A93636-993C-967D-DDEB-E8F127F4855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C16006F-5FA0-DF71-D33F-16F188BF994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4CBB0C73-A663-C873-E35F-0B07AD7BA3B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7934A66A-30F9-2EEC-A85C-D02A1AD74C2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5FB48D9-0EEE-1970-63BA-F6707E677A6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421CC6E-FACB-B81C-5735-FC4234A921B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5B141E3-FD1B-9F65-44D2-2DCB4168DE5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CCBA792-D9DF-A9A2-AE78-0A436A030DDD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50484E1-4834-ACE2-C1DE-1C7250FFCD74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4F10619-FE22-093A-C66E-82E5F4CC2E12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17A177D-B100-2ADD-1307-869B702C3E3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04F0449-64A1-2220-548B-D700CA97DBD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95C76C2-9AE2-4C4C-14CB-1A88D822CBB2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DAD891EE-7A78-C24A-0263-46CA701B43B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A3E97C2D-221A-D52A-5A9B-009AD139018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D63D6D6-4D86-7C32-72E9-9E7DB4638DA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79F8BF9-9E5C-9EB9-D5F7-2CC69D072B3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AD4A7E03-9735-48CE-757B-7C0371651B2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76F3D396-9D79-667A-F0FF-EE12914AD0E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B5084F5-CB90-6416-D948-C9BEDB07C81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F17118E-AF3D-08E7-CFBF-63A382B2B257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2723892-0BA9-3F8B-5A65-4EF776E6D67D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ACBC184-B0CD-D7D6-6771-1B301EA8F0C9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B4976EF-4F66-E810-9A89-7415484D6912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57C647D-ADB9-1642-C0FD-C11C1CA9C820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FC70BC2-F861-3883-2A1D-01B9A9BA564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9DF7160A-DBEC-230D-84EC-93D100352B08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16B3048-E435-ABD0-D54C-2078F243074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27E24C9C-74F5-43FA-6225-240200B1572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57EF6CA-999D-0B18-B9D7-C496EBC027A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D9C78058-6FCE-432D-E00D-E7DC5E80A96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0BE1834-058D-8293-B054-ADFD04694E7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36129506-62C2-32C9-571B-039A965509A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FAC1B24-678B-5C2A-C9D5-041163202E3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1D43982-A8B2-D357-E9EC-FDFBC751DAF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D10A9DB-4820-C448-EFE5-EB01C5133EF5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F361A82-9142-B8FF-3B18-A77C89D84502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205BC9A9-6F59-3434-25CB-E965932317A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5A0841B-E909-4B9F-7EFF-5FE7C7523548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DCBDFC2-0C7F-C4D7-F441-2F601B97ADB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9199776-EC4D-4B16-690E-2381161ED13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3BE7ACE0-C87E-6D0E-D960-43DA49AE487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FC8025E3-EE41-3BF6-232D-5E881D481DA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EAD32E9-0D2C-82FE-2F80-437C35C48A6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9CD41E0B-9421-9C7F-1A20-40A30D53C7B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48ABAA3-D1AA-7D59-C03F-14A9BD3E10D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4C8E101-5B9E-D732-67BA-C8A29F656E2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62481E5-2C5C-BC67-0640-5C71324C5055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97531F7-2C34-0D7A-594F-A56C6EBD7E7E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B356F155-8EEE-E4A2-C65D-47400C008DF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D7BF10A-0DAC-5243-5A28-29C8D98C301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C475C10-E333-E110-C1E3-7895F7AE609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E39BA18-9FAD-3A05-F8B0-6BF9B50185B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61A82C48-4372-742A-2B51-D6DD42B5CBD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6649C24-564A-4930-78F5-31EC2A79317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FA27FB37-9E4F-CEE4-0B2A-28189D9664C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12DBBC8-A74D-DAD6-0EBC-5C49294ACB9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9B2F3064-1D29-BCD9-7E32-5E843083A3D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0D90C31D-FF44-8DF1-BD42-6DF74711CE1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DADD328-4F41-F39F-05FA-F8AD91A0795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D96979E-F8FF-F700-9CDD-5593871E863E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FA9239AF-6BE5-4FA7-665B-DD2C0E10B611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ED389D02-1ACF-E659-2D9D-D24D1C74C78A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EEFBACF-2408-A0FB-AF11-FCD992479F55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0871A32-96C8-2BFD-C619-C1459C599CF4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3BDD4D9-E986-F6F7-074A-CB6952F7BDD4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93B1DED-65B5-875A-1244-FC1BCFD778BD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BDACADC-DECA-6C9A-90A6-8AE52DC8D1CF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>
                  <a:highlight>
                    <a:srgbClr val="FFFF00"/>
                  </a:highlight>
                </a:rPr>
                <a:t>a = 17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64DBB91-3922-5979-CF49-8C5338A1CD74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962BF372-51E1-9864-2BA5-DBDF1457988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2BC3CAC1-4E97-88A6-92FA-31F80B7014BA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C2133F5-EF6D-82C9-C613-D7CBA885616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C9614AD6-30D6-3BD5-2296-1BFF2F80D55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92B87E40-DA61-30FE-F6BC-B4A6CFC4A82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6E7A97C4-DCE9-C285-DF02-8A0FC30D2C0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6DC30EC4-60FE-B7D9-BCE6-617CA3CCF08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3E217834-9DDF-55DF-97C0-2883712EDDA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6C20F321-3C2B-5A13-A837-7CE276F520A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F6F4723-31A2-9087-E4FC-D863FE4BCE3B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7F5C474A-8230-A9E9-A1AC-7A05722932C6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6A2136C9-6EAA-4DA0-D208-96ACAD54EEA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532F21E-9257-F515-49D2-5BDDA010118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9BC40803-3C86-E833-3521-38C9B594495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64116644-707B-6E29-7006-9C41EAADD04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73138DF3-7366-C26E-DB95-A6217EBF9A2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52A385DC-4089-AA94-78E2-D566F7ED7AA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82C41A7A-7F97-2ECE-CD47-75AC496994D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A75509E1-94D2-C4C9-39F9-50FB95724EDC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BBCD9673-04BE-33B9-0C67-48F9A8C0368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AADE433-6B35-FB27-B3E5-46FF45D4F21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17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DFF3842F-A07E-BFEB-63C5-DFBE14640786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DAF834DD-493F-FCDC-8ADD-61DCB58C1F00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6762CB2F-E214-A30B-B91E-65465DA7036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5BB4D8D6-36C2-CBFA-8D7B-9E08DEB3B48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A2DD303D-9D30-6FD2-5A5D-BCC041F9BD4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FFCA7F6E-20B8-0EE2-D4B7-CA134FE0932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AEB680CA-C6FD-C6B2-0DF9-808C552F3DE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43496FE9-56AE-080F-A2EC-FEBAAF87BCE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B6809A0C-B576-87CE-84E7-680FB3DDD19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A9F17A32-9F14-DC4F-F179-F9DEB1E3EAB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39523C9-2F00-DE2E-1A76-1EFF2AF5AA7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3E212F2-E4D6-ED09-26AA-ABB486C7CC67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E0418358-8E00-1F26-60EC-3D4B0E7D05EF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999E0667-0B4E-9AEF-4748-410D910A2F3D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26AAD528-978A-2ADB-6037-3EB53F371FB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F05F625F-F0C8-FD9F-45AC-3025562E558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1A517E78-A3C9-53C7-FE93-E21EBE606E4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B49444C5-FE56-3F10-D223-8C484E43417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0089D4B3-21A0-162D-06F6-B1E0C4EDBE2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0458E7A9-417C-9690-A1AE-266F55A7673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C73AE939-181D-7949-CBDF-1C00C54FC16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FC2F2999-AF63-BD96-DE77-D477A3DF304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9B65E176-9ABC-3E24-CDF8-96F651323BA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46CF733C-9E63-DD6E-C388-0BC2A380E571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3D36A55-4677-4B4C-194E-6836E7B7627D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D73D287A-ACB8-D38F-671D-D1047CED6B63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43FCBA5A-0CE0-ABDB-6AAF-593BC0576BAC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1231D8D1-18C4-4870-94CE-1039B942D4B9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D62F7AB9-6204-A7F9-E305-29479C6F645E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4E2C6B4C-66D6-EAD2-2927-9D296DF73735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BB368-0E1B-9467-7C5D-C9277590D9E1}"/>
              </a:ext>
            </a:extLst>
          </p:cNvPr>
          <p:cNvGrpSpPr/>
          <p:nvPr/>
        </p:nvGrpSpPr>
        <p:grpSpPr>
          <a:xfrm>
            <a:off x="5886126" y="3823992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BD72370-8A6C-7C06-68DB-CC6736212EF6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CC8C255-7517-3798-A3B5-7F715315233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E75A76E-6CB4-CFFF-2E8D-3DCA27227B3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3BBCF3-5D40-AF5C-21D4-A71E4511211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19D85AA-FA67-F5F0-D12F-D47E4B90CE3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560C354-3999-5930-7FEF-7A9FA39D206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5247FF-FB43-3FF8-E201-CB933B19B8C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C79A18-A9FE-7F49-57D9-AC78D683E56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1FFC94-1380-F3EC-B702-BDA7FC2ED96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12BBF2-6EFA-F6E5-540E-64FDA7B6531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FD6A90-8951-7650-AEE5-7F3885C892B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1A57AD-4829-ECBE-A587-05661E733211}"/>
              </a:ext>
            </a:extLst>
          </p:cNvPr>
          <p:cNvGrpSpPr/>
          <p:nvPr/>
        </p:nvGrpSpPr>
        <p:grpSpPr>
          <a:xfrm>
            <a:off x="7762773" y="3872491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1C1387-4421-929E-EF77-C7B5804CCBE2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7355067-06D8-336B-158F-5DDF06C48B6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33D7952-7664-3676-8F62-9DDF9B039D9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3154254-462C-85AC-D6CA-9457743A296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06DF712-E85E-2FD1-BBFB-329EFEC114A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708D541-0D0C-A0CA-C1A5-3F68F604DFB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A98E00-03B7-19B7-956D-0AA7B283EB9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89430D-7159-3ED5-DE62-BCC0B60CF88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91C035-8621-C64C-91C7-0984D0DFFF5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701CA91-3F6C-A216-FF54-5FFD481DAFA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B8E05A-43DC-06D1-B640-5446A636650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9B71128-2F05-ED7B-C1EF-5E844272958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03078" y="2884606"/>
            <a:ext cx="3746956" cy="94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8255B0-A014-99C0-5A0B-04F7EFA830E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803078" y="2884606"/>
            <a:ext cx="5623603" cy="99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A83740A-062F-BD35-58DB-5F44E82834E5}"/>
              </a:ext>
            </a:extLst>
          </p:cNvPr>
          <p:cNvSpPr/>
          <p:nvPr/>
        </p:nvSpPr>
        <p:spPr>
          <a:xfrm>
            <a:off x="5718058" y="3558012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5A5A2E-A7CF-914D-D7F9-A622EEDF73E0}"/>
              </a:ext>
            </a:extLst>
          </p:cNvPr>
          <p:cNvSpPr/>
          <p:nvPr/>
        </p:nvSpPr>
        <p:spPr>
          <a:xfrm>
            <a:off x="6862547" y="352239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8797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F8F03-365E-0658-1820-6421C742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3C91EA45-2AC1-B77D-B18A-FEC2FBE209F0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A03AC47-83C8-CAD9-3137-ECAD6286F4B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ECEF115-2DDD-6152-4D92-23856508BC6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1C82833-5AFA-1BB0-71BF-70CE8D6F5A1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B830B35-5964-770F-4CCD-23EFF7E60D2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88DB48EF-4607-49B5-1D30-DEDBF2F4766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3A3C333C-AB5F-7930-C912-F058F73BD33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4104F15F-F650-3135-9C91-DD634B9493C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93D074E-7A2E-9AA9-9BD7-4E72571D831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669804ED-FFFE-95D7-DFB2-DC33721745F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5696769-7D41-C3E4-6640-70308ED9748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B1EA66A-BFC7-D3C1-E543-BBBA8A0FDD3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19BE2FB-0CB2-DC82-ECD3-123C11C81FF3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B1603DE-6EB7-0C81-55A8-AC74F97B4C83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CD0A79A-A460-AD2A-18C6-2963E11E685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CE51AD19-5CA7-D9C5-651B-399B8C58689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85DDE99-A45F-1988-2ACF-CCBA5D340B8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FD0F788E-2B1C-D25B-8B9D-13BAE0C6A48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242F888B-ECBB-AACB-ABFD-FC2D5CF6D3F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ECFE922A-9113-1406-19DC-6314B1617B9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C45285F-5EA2-8CA7-62F6-E63F6180992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B18C423-E556-9C29-0975-88DE130DF5D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97BDEF9-9DD2-348D-B1AF-008558ED663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EF573ED-CFC2-D7E9-6BDF-BEB2EDCCFE79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01016C9-4488-E8EC-789C-4D91FA343D81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C045432-5073-B392-3410-6B83689C97D0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804556C-2364-5AA0-25D1-9ECB6194B45E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507008B-83A7-187D-F56B-45ADAAF5B599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D7B14FC-36F4-A76C-6F5D-4306B78E107A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4E2DF9B9-E77F-8220-3538-3DB9E4C84898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D80AAB16-D4B4-A395-2B3A-D86C54B0CFF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4E8F27CE-7E75-4D99-7899-E04B8B0A315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3ECD7A35-9646-2A98-5707-54BE454E3EE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F813CD88-CF4A-3167-AA1F-E1E2C29CCD6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1BF9D30E-0506-E394-45DA-CCDA58E05DC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2F70468-43B7-9F50-188D-F92CEDBDB81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C833AD63-91F1-C688-49CE-16FEDBE7CE5D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AE505776-82D5-5A2E-B107-AB6AC6281A6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00B21A8-7A8C-B0DE-5776-D141ACA772B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19CD9B9-0083-B6C5-0089-74359715B0D9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DA6C31E-2801-A625-85BE-15DE6A1FD9C5}"/>
              </a:ext>
            </a:extLst>
          </p:cNvPr>
          <p:cNvGrpSpPr/>
          <p:nvPr/>
        </p:nvGrpSpPr>
        <p:grpSpPr>
          <a:xfrm>
            <a:off x="2088001" y="3731338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B654897-2538-58A9-C6E0-27C9B3985E6E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EB2D0BF-095F-5F9E-96A5-9462A8C9656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9CEB0F2-EF9D-016B-85FD-2100F179458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3FC213B-A993-91C4-793C-9B3E313307E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6529DA62-834F-C25E-4999-24FF4FC2CB4E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DFA2CC4A-5C1B-87F4-334F-2C758D27859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B963B77E-65BE-829B-D727-269B59F7CA7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B2938546-7016-9A64-F1CF-A9D0830F957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8F8AB11-F452-20A7-1FB3-1602529B599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505B6F4-597B-B095-2E5C-3FCA2363408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97E8C155-A436-8D89-A9A6-97BE48CF744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121F4ED4-8273-21B1-CCA0-5C10C5FCF534}"/>
              </a:ext>
            </a:extLst>
          </p:cNvPr>
          <p:cNvGrpSpPr/>
          <p:nvPr/>
        </p:nvGrpSpPr>
        <p:grpSpPr>
          <a:xfrm>
            <a:off x="3964648" y="3779837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C977334C-5046-53BF-9F3B-5E8AA34FD0B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638450A-A1B4-96C2-E9DE-789BD90E6628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6C48A6FB-3DC7-098E-E8E9-D48214990A8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D5018715-E7D9-DAFC-24BD-9F7CF9A307C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3C76C84B-762C-65B0-94B7-4C32E25C1B4A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D301CB5D-BDE1-69AF-7D18-D81DF199BED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E1C8FEE-5AD9-0A21-854C-CB59E170133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B2E52BD2-C241-EFA2-5CC9-F786632EF42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2D8AE82-A23F-1780-2116-860F5A0CA54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9223197-B000-35CC-423E-C12FF690046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BAD6B9F-829C-F1CA-A7F0-A17BBA5F872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28213E7-1D8A-AA1D-D2CD-56F70C25036A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0B5437C-2DFA-B53D-5D2E-C21B7C53C7F6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1825478" cy="87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99B70ED-2961-6067-38A8-C808B4198C87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3702125" cy="9215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A0FA653-2539-6BFC-E846-0661B78AE316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C3AA4FE-EA21-32B9-605C-ED8F73622359}"/>
              </a:ext>
            </a:extLst>
          </p:cNvPr>
          <p:cNvSpPr/>
          <p:nvPr/>
        </p:nvSpPr>
        <p:spPr>
          <a:xfrm>
            <a:off x="1726891" y="3200046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825B570-5D44-08F8-C197-DE94872209DA}"/>
              </a:ext>
            </a:extLst>
          </p:cNvPr>
          <p:cNvSpPr/>
          <p:nvPr/>
        </p:nvSpPr>
        <p:spPr>
          <a:xfrm>
            <a:off x="2851034" y="3230813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5153AD0-09BB-9D4C-FE8E-1C7BE8132C69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412CE951-E4AD-E391-4574-80BCB957C2C6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17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2D119EEB-B179-BFFF-F26F-4E8F038965EC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3C099873-4526-F428-0FAA-888737D4BD2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8A21C444-FFDC-894E-8D7B-458247BE6C4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5EBB5929-4189-1BDF-7BDA-4398109C967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5AEB5891-F6C8-8A7D-B1E5-115083D0E4B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C9AB4E1E-13DA-4F08-9358-A2067DF3366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CF6F45C5-C1CD-C200-0CE7-C646809D478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B7DAC7B5-757D-AB6C-6BA4-A11D388CC36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EE7095E4-015A-6F79-3325-D8C51097E4B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1A8DC33B-86B1-5169-67C1-26EE87C0387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3FFEA5F-3F0D-901D-04E0-F94CF729F0E5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98144EDD-4472-5460-78B1-2FE113B699B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A16AF7C8-4527-4E52-8788-3272BB6EC4E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B4407347-B178-ADF9-1C46-899824D461B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C1709064-D9B5-0F32-A242-C6F3F19D4343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EDB70688-0E5E-76EB-4432-EFD06C682D6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4BC990A0-8655-5E45-D7FA-12F4AB41BC1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80972D7-0539-546C-755C-BCC8D23960E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44926956-548C-9B3A-2DF4-66B8710FFA1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F7CC25C8-21F0-28FC-FEE0-35BFFD4EE2B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D3A48552-3547-C8AC-C9E5-4B4EDBBC0B8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9F288CF6-9FE6-E0B2-2F85-F47A272B0F4D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5B0FC0F-7CFF-2F8C-E0CD-0A85489EF782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37393C9-79BC-520C-0ECB-C94F197EF7BD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B9A746ED-B3CA-17A1-39FA-CE1E322D6E8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B7AF843-D2BF-D8E1-3B0B-3A74B931E95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E718799F-806A-DF2D-6688-061FC04F7D5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66E32BD2-B2C5-AC4C-4BB6-2215D9A3CCCE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7252C9EA-58E3-D7E1-4211-CC40A2BB079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CC65728B-CBC4-C365-E150-1B5FA70446E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FE5C6D2D-6851-EEC1-7038-59506A2D743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3EDBD0D9-0533-13C1-1A41-30D0C4D94CF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FAB6D9AE-41EA-3A0F-683C-B316209A9A4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30CABAFC-63C2-CD2C-36A0-38194D05C45A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>
                  <a:highlight>
                    <a:srgbClr val="FFFF00"/>
                  </a:highlight>
                </a:rPr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F16F5BC-0A96-0647-5A7E-68EEC652A3E2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24AE07DF-BC80-9C40-41A2-68CAF39174C1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21FA00C7-6406-AB02-3567-740D8DCA850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FAA0BBA-475E-0C47-9F78-92856483CEE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B8EBBADD-EE11-0B75-286C-B04A16B2B99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16566E15-6D09-DAF5-FF3F-F6AD7EA344C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D0F9E5A1-E4A3-999B-796B-A0DE438EFAE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C720A7B-2ED1-5141-8470-14B4E8A71AC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84B19B8-166E-24A6-A37F-A4BC27DA784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3A075EB7-2B70-C52D-5524-AD3EF0189BE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CCB004BF-9A61-4639-D90D-397964F536A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70F291D6-9E55-390D-C579-29F7F335B3B6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>
                  <a:highlight>
                    <a:srgbClr val="FFFF00"/>
                  </a:highlight>
                </a:rPr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6F19CBE-C89D-D4CB-0D48-4D8AFB515F5D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1D52D63-6EFF-2B46-4366-D4A1DFE1D79D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A85CDD84-AF39-B2C9-C098-F8A04BBA5178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00C8D1AB-3D60-045E-84B2-BD4FCE54468A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97D722F7-A039-6073-9EF0-5112870E51EC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75C1B3B9-6D96-FD0C-111E-D7FDB74C081C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0CE7615-587C-C87E-8618-02097BC990DE}"/>
              </a:ext>
            </a:extLst>
          </p:cNvPr>
          <p:cNvGrpSpPr/>
          <p:nvPr/>
        </p:nvGrpSpPr>
        <p:grpSpPr>
          <a:xfrm>
            <a:off x="5886126" y="3823992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6180D5-247E-2132-B096-A79C481CEB6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F7EF897-B56D-AD9F-4B97-CBF3714FDA2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A2BC10D-77B4-5B85-CD11-8F6261E486F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C77EFA4-2A08-B3FE-D0F5-0CDD68B307F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ABE7C0-67D0-FDB9-E869-49D1C3C4B39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67C6BCE-F97F-7D70-7E8F-ABFB87965EC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2404D0-9BF7-4957-6CC1-80C3113A30B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7E07BF-6509-E82F-B437-7B07DC95EF3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E32272-F1AC-9447-74B3-DB5E4ED4F2D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A41A93-5673-69F3-CFED-56CD5A3CEC09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4A193D-7DB7-7DFC-F380-807AB23FFE4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CC7737-5A9E-8091-3692-0C10F176E7CF}"/>
              </a:ext>
            </a:extLst>
          </p:cNvPr>
          <p:cNvGrpSpPr/>
          <p:nvPr/>
        </p:nvGrpSpPr>
        <p:grpSpPr>
          <a:xfrm>
            <a:off x="7762773" y="3872491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C8D4C0-6A09-ACE0-46D4-AABB91E42A74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70986A-0F00-07F9-76FE-F9F91089A20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73369F7-CB72-4E2A-31A5-660DE425462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78D13D8-6CEC-A6B1-6805-DFA5547B11B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CA15811-8CA1-FCB8-FC29-55C2E2FB531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9E78FAE-D115-0BEF-6097-B66593DF218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01A5CB-6E03-C660-CCF6-15DEDBC4F95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D0314F2-E575-3CA7-71F2-EAF11BDB629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9C3A02-DBBD-2AC8-0E6E-26B21142E9D7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0E14038-79F2-799E-3F2D-BDC104B57D18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271EE3-51DB-AC04-1834-7BDAAF9F4939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18A27F-B04E-1BA0-199D-8C720942435D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03078" y="2884606"/>
            <a:ext cx="3746956" cy="945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250145-A877-4738-8824-5320C673281C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2803078" y="2884606"/>
            <a:ext cx="5623603" cy="993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A964AB4-48EF-15AA-EDA7-CEDE141D1CA6}"/>
              </a:ext>
            </a:extLst>
          </p:cNvPr>
          <p:cNvSpPr/>
          <p:nvPr/>
        </p:nvSpPr>
        <p:spPr>
          <a:xfrm>
            <a:off x="5718058" y="3558012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7C226-1739-B4C6-33CE-3A51E2C7BB75}"/>
              </a:ext>
            </a:extLst>
          </p:cNvPr>
          <p:cNvSpPr/>
          <p:nvPr/>
        </p:nvSpPr>
        <p:spPr>
          <a:xfrm>
            <a:off x="6862547" y="352239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BE24D6-E685-21BB-F97A-DACF6A1F33E1}"/>
              </a:ext>
            </a:extLst>
          </p:cNvPr>
          <p:cNvGrpSpPr/>
          <p:nvPr/>
        </p:nvGrpSpPr>
        <p:grpSpPr>
          <a:xfrm>
            <a:off x="3990130" y="2234666"/>
            <a:ext cx="1837810" cy="707886"/>
            <a:chOff x="3168994" y="1056905"/>
            <a:chExt cx="1837810" cy="70788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158DCF4-0526-8DF4-9161-89470B542D32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A1EF5BD-8C37-F420-31FB-80C195DCD85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8D3542E-BD6F-19B2-833A-E99A881FF25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9DE0DD3-CD6D-D0EA-9FDC-345EC4247A7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F78C9BB0-05CA-E6F0-B6EB-BC25142EA11E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270E8F3-A081-6C08-3A37-2A0F686CDA1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AAE5AC-AADB-5709-AF2B-C2485EB4AAD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58EB63-84FF-22B2-9563-31F74C1450A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D9031FE-5911-4788-89D7-3F8858C9D16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DC987BD-FBD0-E604-F2F1-789F93FDD58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7F2FB1-E0CB-DE35-E7AC-5E6AB2F73E2D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707343-42A8-5196-8128-CE158B97495C}"/>
              </a:ext>
            </a:extLst>
          </p:cNvPr>
          <p:cNvGrpSpPr/>
          <p:nvPr/>
        </p:nvGrpSpPr>
        <p:grpSpPr>
          <a:xfrm>
            <a:off x="5951419" y="2265922"/>
            <a:ext cx="1837810" cy="707886"/>
            <a:chOff x="3168994" y="1056905"/>
            <a:chExt cx="1837810" cy="70788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7706F05-7C59-158B-9037-06232B95CCB8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E2E41F5-FD1D-C5D2-F198-DB3ACE4D0A6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7C7DF5B-EFDF-C791-07D8-97AC1A4E3CF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46CE454-938D-2DEF-8D1B-04EF5815A60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77AC8D9-E29F-604B-20BF-79CA4EA36F3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0308CC2-766D-7B97-E18E-45D8E8C8D72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42D7CA-4267-182E-981D-3C0D704A2AD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0 0 4 0 1 1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EF02F4C-38A5-97CF-725E-78FB771FD428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4F485C1-01E6-BC69-8050-CE6920693A0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A90F7CC-1506-E749-0F58-13D34B6AD0B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BE9E8D8-DC5D-B68A-64E2-E45B9828B185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CDD2595-1574-AD66-0893-6FED0C850CB3}"/>
              </a:ext>
            </a:extLst>
          </p:cNvPr>
          <p:cNvCxnSpPr>
            <a:cxnSpLocks/>
            <a:stCxn id="267" idx="2"/>
            <a:endCxn id="38" idx="0"/>
          </p:cNvCxnSpPr>
          <p:nvPr/>
        </p:nvCxnSpPr>
        <p:spPr>
          <a:xfrm>
            <a:off x="3832499" y="1738330"/>
            <a:ext cx="821539" cy="523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6996BC7-D9FA-0E1A-D77E-7827B40AC22D}"/>
              </a:ext>
            </a:extLst>
          </p:cNvPr>
          <p:cNvSpPr/>
          <p:nvPr/>
        </p:nvSpPr>
        <p:spPr>
          <a:xfrm>
            <a:off x="4107588" y="191402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2ED539-B53E-5F06-3DC4-FC9268B41C53}"/>
              </a:ext>
            </a:extLst>
          </p:cNvPr>
          <p:cNvCxnSpPr>
            <a:cxnSpLocks/>
            <a:stCxn id="267" idx="2"/>
            <a:endCxn id="50" idx="0"/>
          </p:cNvCxnSpPr>
          <p:nvPr/>
        </p:nvCxnSpPr>
        <p:spPr>
          <a:xfrm>
            <a:off x="3832499" y="1738330"/>
            <a:ext cx="2782828" cy="55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FE3E60E-428F-E140-F0EC-D963B3BE670C}"/>
              </a:ext>
            </a:extLst>
          </p:cNvPr>
          <p:cNvSpPr/>
          <p:nvPr/>
        </p:nvSpPr>
        <p:spPr>
          <a:xfrm>
            <a:off x="5797322" y="198986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3808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70627-8F00-E0C1-4CDD-85DE1F21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9FFDF76C-10C5-3846-01E8-B07F4E7CD33B}"/>
              </a:ext>
            </a:extLst>
          </p:cNvPr>
          <p:cNvCxnSpPr>
            <a:cxnSpLocks/>
            <a:stCxn id="39" idx="2"/>
            <a:endCxn id="88" idx="0"/>
          </p:cNvCxnSpPr>
          <p:nvPr/>
        </p:nvCxnSpPr>
        <p:spPr>
          <a:xfrm>
            <a:off x="4653635" y="2916091"/>
            <a:ext cx="779944" cy="878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9FE39FE-4339-F8E6-F3D1-53ED4BF734CA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91B613D-3D86-0407-A44F-EA9C5BBF61F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78F071E-927D-C2C9-044C-79A11822161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056CDB0-8979-0CDC-36C9-5F5220FC32C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8CDC7B0-8E51-092D-F403-6DA19B3F688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24AA672-F3A3-723B-83AA-77494015FC0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28828031-6A97-6F7F-9592-78AE95A137F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B7A05D8-F189-D2FF-3BBC-19743DBA04B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AAC3484-7937-EBC1-6C80-9D4831702AD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99B17A4-AF36-C878-F4F4-BE681C9CC32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493516D-7BB8-86C1-809C-9ADF92CB2ED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E83695F-7032-696D-DD18-89FAAAE5F04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69494A5-8ADA-CF63-88ED-2BC92FB63E4D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FF9A054A-E96C-AB18-B316-A36774E7D6D7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4184C6A-41F5-B9EC-B294-3D34C159814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82C99C85-C354-BB2E-591D-FA06184FB96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94BC51C-5C5C-18B1-0D61-94D8C1A21CB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7B8332CB-CC58-B49C-804A-18E29AF6E14E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71164C5-31C6-865A-D5E8-4D3456D3624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1082DAE-AB85-970B-ED9D-F0A848CF6B9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4018254-2389-1E95-50F3-2335C3B5920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EB04454-DB7E-62A6-87DF-E5D1CAE8951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2DE4E72-2354-07F7-6756-3CF6B6867E0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166F67D-1A03-0D68-9E3D-317BE075A24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E2A1D113-9CEA-60CF-712E-022D7503E134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5296D36-520C-F09F-E4BF-DBFF3FE12AA8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9F37772E-9F65-B114-2C3C-D980EFF2C288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0B1978F-775F-375B-D457-CFA011D5C7B6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9E19096-7A16-3B20-AB24-AFEA75D52AD3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7C290912-6EB1-E8E3-AF2C-A4EBC803732B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8AFF4D05-472D-B4EC-EF70-F42EB545CFD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D113184B-7443-0DBA-FA28-7AE6BD488DD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654D91C-FD7B-4146-C9F9-222F268C2CA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51EB7E1-81C2-0F08-49D9-7E6832B9481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D8CE3223-555E-C628-C440-BC968FA05257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93A96A9-9F08-96E3-D055-109BF990687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3F80CB2E-FBA1-7D08-08A3-39EB57206C2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38825C4-CF39-FDB1-5765-32C113E5FFD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CB80887-8887-46FE-FC4C-A49E94AE4D7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A29F0638-80EB-5E8C-6475-6AF31B2370D5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F8B1651-0AE7-4BD9-4B08-E46939EB7E30}"/>
              </a:ext>
            </a:extLst>
          </p:cNvPr>
          <p:cNvGrpSpPr/>
          <p:nvPr/>
        </p:nvGrpSpPr>
        <p:grpSpPr>
          <a:xfrm>
            <a:off x="262926" y="3817965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9DEB6F9F-7411-5F4B-A313-BC923FF00AA9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1727926-289F-2EC5-F0E7-1001F7D8CE3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4BB12F94-9A65-4DB8-638F-53E805494E9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2F7EEA7-A49E-6DFB-0CE6-925C647BF05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A831ECC8-9D0D-A900-D18F-B9346356CB1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1026C7E-415D-FE10-D446-CB4EA18D167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EE414CB9-0B0C-B592-EC52-1DD62FEAAE1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516C7DB-0B9F-C99B-99E5-8947C106DF9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B454635C-A80E-7929-D443-3ACADA47629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6E2FD0C-8EE8-0C26-940D-E6787998752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BB79A61-99BB-9E69-8B76-8B0DD21C35F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C328248-54AB-D482-D553-BE1606ECA3C4}"/>
              </a:ext>
            </a:extLst>
          </p:cNvPr>
          <p:cNvGrpSpPr/>
          <p:nvPr/>
        </p:nvGrpSpPr>
        <p:grpSpPr>
          <a:xfrm>
            <a:off x="446772" y="3829560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83546D15-BFC6-6D4B-C37F-D75696929436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56144098-D860-35D6-8035-FA9280B6A6E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8943CAB-42AC-3C48-6483-96DD196FE466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8FBE596-A131-DD53-BE5A-6E71EF3DD23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77E1B1B5-8706-4E93-8A39-A97208A7BDC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64673537-33E7-CAB6-160F-28FECC8B7C5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7888FABD-8795-0870-E65D-7814A7C860B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7D814247-2062-1D09-3C16-536B3A0C29A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A8A671B7-F249-39E3-CBF3-CC3A0AC6CF6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AA20AC60-B49E-E909-2753-EBC68AB5CD5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08233C9-842E-4016-3FE9-506D928D4122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35B78D7D-F5D9-95D1-D42D-99EC9A563A30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DD0D3784-3350-2EA3-6BBC-EB2A784841B1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403" cy="959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80909C2-0045-BAF0-7C2F-2CB5296C1ECF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184249" cy="97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D3E83F1-ECAF-C259-C486-26C8CBE023DC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970B3DEA-A85C-716D-E85C-0436E93A72EF}"/>
              </a:ext>
            </a:extLst>
          </p:cNvPr>
          <p:cNvSpPr/>
          <p:nvPr/>
        </p:nvSpPr>
        <p:spPr>
          <a:xfrm>
            <a:off x="1025959" y="331744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6D3E84D-0ED9-BC0E-E754-658F669FA107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6E997280-2C8A-EBD2-E5FD-DE12E50423F2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17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F140614F-F3C4-2656-BF8F-9C245E342740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ABAA159D-B9F0-F309-46E4-AC5839CBFB7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07610AE3-3613-AE43-AF41-ABC0F47D0A8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6C9EFF18-26FC-F704-7F95-4555868C6D6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DA38DFF7-8DB8-954C-2945-93D7B5AC231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4861DCC6-76E4-D7FE-AC23-3C653A7442C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F5397215-7582-19B7-4EEF-9A6F4E40442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08EB19F3-8FA1-9B83-43CA-ADAB135690D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6AC14046-7498-3CD8-91C5-07A5E60662F7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3A1868EE-8DC3-533F-50E4-0C12A0767E6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53D6AD73-3151-2FF3-9015-27AD0D5DA8B6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9F8E7C3A-5F86-B09B-1431-29CBCDE0232B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B70EAE57-2A82-C0C9-A71E-E255678A40E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A102B5AE-F0E3-47E7-D1F6-C944827ADD0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E9658F81-02E6-F0FD-10F6-00CC9F56898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6CB2FE2-D7B6-9AFB-1019-2F1D68BADE7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C140B8EC-7DD5-7B48-8B96-28A2B8FD6AD0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50CDBFF9-C63A-D103-9825-8A6027D2C52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BBFFE2CE-931A-80CD-9637-DEF63586474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7649C78A-2A5A-213E-74BD-E949CE26218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ADF5C487-126D-F1B0-BB58-0EE1EB66CC4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E8F4D31-7978-C9BB-FF53-0EC417FB887A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1C562CB7-E3D6-9C10-D762-C4F09E2CDB65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36B51BBE-218D-F77D-B981-49D347BA34D0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B9643F0F-6CD2-8143-ED70-CCBB9F400E6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6046B98D-2C34-E3F5-5B49-6BCFA8E2EC5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4579D1AE-AC65-8140-0229-9D4D9EA1762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3EC7A840-2865-10D4-A771-A6B56865666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2C32EFD3-E4A7-8FAD-5E8C-225AA7513BE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388C0510-011E-75A5-3B92-75FAA7953AC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2FFC0CB4-4511-0505-4A3D-DC286FCC1D2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0E660146-A579-1DEE-EA4A-361D01957C2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D27408DF-9B96-1715-AF76-C7DC59023FA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26E4692-8521-E0E8-933B-1352E7B59A36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39CF5E89-FD3B-0AF3-D06E-0EF47E322FF4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C53A4B21-EE5E-115C-5B8E-11B4E9E3B657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F8D0C2FC-6484-80A1-D4CE-B3144655264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E4FE5795-3FD6-F395-1105-160C52BD8D6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67C74F4F-69D5-1BA7-0FE8-B1CE8C7E6AB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7749B01D-C25F-26E9-A88B-24FBB4AE90A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D2EBE339-D72D-ADC7-622E-97252E78F0A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4511B6AC-D355-440F-BB92-519727825D0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C38AEB54-00CA-2DFF-210B-123D1B17894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3F67FEB9-28B6-5252-E32A-60D6B6CC56A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28F955E2-D5F4-CE0E-812D-39DC3132944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6A75F9B-7E36-BDB3-E99B-FF1ABB78399B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705E9E9F-CFE2-2D40-0841-A4CF4A46FC6B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10A27B9-E2D9-3185-1CDA-CEA2513D6946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4BBF2F04-1CCA-DD0F-E696-5DBC58BAF295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5973D7A6-63A2-4562-ED41-4F0A2F9FF51B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F369BB87-3C04-85F2-E1B6-C67BA19A1C47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7953BC4-8147-968A-FA94-138CB06DAC3E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F4C3F6A-45CE-E8B0-ECC1-94C7146D538F}"/>
              </a:ext>
            </a:extLst>
          </p:cNvPr>
          <p:cNvGrpSpPr/>
          <p:nvPr/>
        </p:nvGrpSpPr>
        <p:grpSpPr>
          <a:xfrm>
            <a:off x="768432" y="3809369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AF19940-FD72-037A-9299-861425C7DA5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FDA0AAF-4FC2-8ACB-746B-3C214097237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526CFFF-E247-5934-5937-BD32C88EFC7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6A0C73-83D2-508F-F942-6B812C7AC35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B89DAFD-0027-4726-D6B5-7854456E036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BB527EB-509E-2649-D2A6-14B72EA6BE6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2A43CA-9E51-E5A7-90A0-44B6DFBB56E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4A9BB0-B0D2-221E-CC53-B3A1BF519A30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2096DB-5B2A-26C1-2A90-F8A3FBDC68D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C843E8-2A1C-4AF7-D730-C1E23B9D620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E0FF65-0CE1-8E65-A570-0CF8AC63DB7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C74CE5-604E-610D-925D-20BAA8FB855D}"/>
              </a:ext>
            </a:extLst>
          </p:cNvPr>
          <p:cNvGrpSpPr/>
          <p:nvPr/>
        </p:nvGrpSpPr>
        <p:grpSpPr>
          <a:xfrm>
            <a:off x="978406" y="3970195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FFB04C-486F-E14B-51B5-E4F53C0B79AD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2A6FA5D-E8F0-5E4B-F216-4EBE688AFF3B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BF283A4-1B5C-07ED-96A6-A4AAB69B011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AD3A552-5DC9-7E47-F495-4BCF026B22C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7E46245-8E81-F991-F580-9F1864929EAD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9364CD51-2797-9AB2-3E94-FC2CA249610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899888-F988-32CA-BEF3-CEEA3F07E2A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CD8C61-5A98-F221-CE35-C25E8BB30C2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ADAAAF-FFAE-517B-F495-ACBF03036A7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CF90880-E4A8-5D5B-636D-1EDF0E7D0DB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24D8EF-2651-B103-39AF-7EB0144D53D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48A59AD-61FF-26DF-7029-F58E5874F212}"/>
              </a:ext>
            </a:extLst>
          </p:cNvPr>
          <p:cNvGrpSpPr/>
          <p:nvPr/>
        </p:nvGrpSpPr>
        <p:grpSpPr>
          <a:xfrm>
            <a:off x="3990130" y="2234666"/>
            <a:ext cx="1837810" cy="707886"/>
            <a:chOff x="3168994" y="1056905"/>
            <a:chExt cx="1837810" cy="70788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A13FF10-EE39-6B66-16AA-6DA665D38515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5A0D7DA-33CE-041A-FF5A-D1C11A12045F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FE36C8D-BE1C-3690-C5AB-BEFF7943D48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FC89D9D-F05D-F5C4-891F-FB3BE50E555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7C24344-CBF3-5178-38DD-D8B2AFA4601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42DC631-27C2-E2D0-81C1-D01280BA394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E4DD65-F598-B90C-923B-86D0A6186667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0D25C49-4BB6-96C0-D04A-06E801D019D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1AC312-C2B4-1A1E-DC96-E19D5E68157C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F74CD34-E72E-4394-69DE-3CD71B20DFB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4AD152-E813-5700-4F8B-DFEE6CCF1156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b = 18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&lt;= 18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63DB7A-51F9-ED6E-7FF6-97AB11FE8E96}"/>
              </a:ext>
            </a:extLst>
          </p:cNvPr>
          <p:cNvGrpSpPr/>
          <p:nvPr/>
        </p:nvGrpSpPr>
        <p:grpSpPr>
          <a:xfrm>
            <a:off x="5951419" y="2265922"/>
            <a:ext cx="1837810" cy="707886"/>
            <a:chOff x="3168994" y="1056905"/>
            <a:chExt cx="1837810" cy="70788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D007A49-7A55-D46F-5121-56B81D274A02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CF5CD60-7301-1E85-72A2-17B8AA9F3E2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D3A8849-A623-F0B0-FE35-873D6E7E22F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0B33EC3-1DC8-AE3A-0026-1279F537612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F93DBC4-F5D0-1AF3-B99F-B23B32BB9D7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7773A40-9B81-71F7-0D50-7A0217305AA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74F414C-E631-F87E-1F2C-514DFFB5154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0 0 4 0 1 1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64342D-3877-11AD-BFF0-EE5979B23EC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8F14846-5EB8-1578-7D45-0821EE0A63B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1951517-F411-7B82-695A-DD046D3DF48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08106B-E3D1-07AB-240B-1E15CBCFF024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-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ED2BC91-0326-9BFA-D02E-8EA529090D4A}"/>
              </a:ext>
            </a:extLst>
          </p:cNvPr>
          <p:cNvCxnSpPr>
            <a:cxnSpLocks/>
            <a:stCxn id="267" idx="2"/>
            <a:endCxn id="38" idx="0"/>
          </p:cNvCxnSpPr>
          <p:nvPr/>
        </p:nvCxnSpPr>
        <p:spPr>
          <a:xfrm>
            <a:off x="3832499" y="1738330"/>
            <a:ext cx="821539" cy="523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9506D10-8A92-3627-635D-53D3B4DD3F7E}"/>
              </a:ext>
            </a:extLst>
          </p:cNvPr>
          <p:cNvSpPr/>
          <p:nvPr/>
        </p:nvSpPr>
        <p:spPr>
          <a:xfrm>
            <a:off x="4107588" y="191402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67F1072-1E0B-07F4-C00A-A946F3B7B7D0}"/>
              </a:ext>
            </a:extLst>
          </p:cNvPr>
          <p:cNvCxnSpPr>
            <a:cxnSpLocks/>
            <a:stCxn id="267" idx="2"/>
            <a:endCxn id="50" idx="0"/>
          </p:cNvCxnSpPr>
          <p:nvPr/>
        </p:nvCxnSpPr>
        <p:spPr>
          <a:xfrm>
            <a:off x="3832499" y="1738330"/>
            <a:ext cx="2782828" cy="55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BE2037E1-465E-6F3B-9A3D-84814655F53F}"/>
              </a:ext>
            </a:extLst>
          </p:cNvPr>
          <p:cNvSpPr/>
          <p:nvPr/>
        </p:nvSpPr>
        <p:spPr>
          <a:xfrm>
            <a:off x="5797322" y="198986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CB7F71-6C6C-CC02-8156-3805F92C3CE3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263080" y="2905732"/>
            <a:ext cx="1540402" cy="1082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830F66C-961A-6BEC-7EE9-315AA13B5F55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1415480" y="2884606"/>
            <a:ext cx="1387598" cy="1255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118C964-A611-87C7-418D-8439FC6A98F8}"/>
              </a:ext>
            </a:extLst>
          </p:cNvPr>
          <p:cNvCxnSpPr>
            <a:cxnSpLocks/>
            <a:stCxn id="33" idx="2"/>
            <a:endCxn id="73" idx="0"/>
          </p:cNvCxnSpPr>
          <p:nvPr/>
        </p:nvCxnSpPr>
        <p:spPr>
          <a:xfrm flipH="1">
            <a:off x="3693023" y="2937217"/>
            <a:ext cx="961016" cy="84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F78E95A-EBE4-5B78-65F4-9E137C87BD9B}"/>
              </a:ext>
            </a:extLst>
          </p:cNvPr>
          <p:cNvGrpSpPr/>
          <p:nvPr/>
        </p:nvGrpSpPr>
        <p:grpSpPr>
          <a:xfrm>
            <a:off x="3029115" y="3759565"/>
            <a:ext cx="1837810" cy="702551"/>
            <a:chOff x="3168994" y="1056905"/>
            <a:chExt cx="1837810" cy="70255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BFBE7A6F-E088-4F2A-034D-022623C57363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0A3A041-B133-A611-3147-E24FB594217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587CFA4-1D47-7017-1BB1-3235C480D38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5119DC0-5597-FEB6-E685-47FEEF6E16A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8CA5524C-22BF-FD2B-1C75-8E07313EE0C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D3023CD-F33C-AD98-6552-3362BAD449D5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BBBA2DB-7DBF-56E7-D3D4-49BDBD95271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4CC519DA-3955-D315-D38E-1609588BAB1F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7138399-B76A-0F1C-3CC3-1A2F4F36748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081BB79-B3B3-4A7C-D29E-FBC27C3E435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B573BB4-4DBF-9144-6AB4-3F668A1AF790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>
                  <a:highlight>
                    <a:srgbClr val="FFFF00"/>
                  </a:highlight>
                </a:rPr>
                <a:t>v = 18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C03AD47F-42F5-AF51-BF31-10FB500C2A56}"/>
              </a:ext>
            </a:extLst>
          </p:cNvPr>
          <p:cNvSpPr/>
          <p:nvPr/>
        </p:nvSpPr>
        <p:spPr>
          <a:xfrm>
            <a:off x="3995309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A599ACC-0222-BBA1-E2F7-5177500C9344}"/>
              </a:ext>
            </a:extLst>
          </p:cNvPr>
          <p:cNvGrpSpPr/>
          <p:nvPr/>
        </p:nvGrpSpPr>
        <p:grpSpPr>
          <a:xfrm>
            <a:off x="4769671" y="3767729"/>
            <a:ext cx="1837810" cy="702551"/>
            <a:chOff x="3168994" y="1056905"/>
            <a:chExt cx="1837810" cy="70255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2C10921E-B807-7A11-3DE7-86C167833990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455A9B8C-A058-74C6-4CEA-CABF6BA81A9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0B49EB5-0BDA-3864-DEC6-420D7FEFD8C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ECF5EA8-4AFD-7B63-BCED-52B2996E819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F0838241-D7BB-658B-1C79-CFDDD8C696C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8D9F6F7-C692-104D-B520-ECE7FDEC2121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70195CF-A5BF-A2AA-FCF8-0C1BF5A18845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1C87E9F-13AE-EAA2-220F-B1D1EA55C44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D2B414B-F92B-0D0D-3F81-A6EA396B38A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D87FF1C-4B81-DA5F-29A7-9166F18E3B3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4E5C22F-33CA-AFC6-2D5B-8C6D138D2564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 ?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B019DC1-E217-1368-8536-AF28E8614CE8}"/>
              </a:ext>
            </a:extLst>
          </p:cNvPr>
          <p:cNvSpPr/>
          <p:nvPr/>
        </p:nvSpPr>
        <p:spPr>
          <a:xfrm>
            <a:off x="4959304" y="329989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1910D45-9973-8660-E0E4-F601D7D89550}"/>
              </a:ext>
            </a:extLst>
          </p:cNvPr>
          <p:cNvGrpSpPr/>
          <p:nvPr/>
        </p:nvGrpSpPr>
        <p:grpSpPr>
          <a:xfrm>
            <a:off x="6550038" y="3779837"/>
            <a:ext cx="1837810" cy="702551"/>
            <a:chOff x="3168994" y="1056905"/>
            <a:chExt cx="1837810" cy="702551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CD38DAE2-9966-7F44-5755-379487F70487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D6CDBE7-ECCB-C68A-FFBF-64AE31AB6D4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BF3AE56-46F0-B9C6-6BAE-479AF071A06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DF9FC21E-ABA7-1ADB-DEFE-627AF12081A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6B2BC951-3363-B692-3AE8-4503D9EFED6A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F399FE76-586A-649D-976F-315748298BE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F9837123-4416-70DB-7FEB-B7B847DB109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0 0 4 0 2 1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3ABB59E-6A3A-D8F2-7A78-AFC12AB7EAA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882F5F86-A147-0AD1-619E-B4B32AB3CA1B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0A338623-FAC0-CF74-BECC-B737E3C2445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CB88057-4921-B2A4-3357-6A075E29E58E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=?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77F4FDB-AE90-819D-8D12-46FBBFA0D07B}"/>
              </a:ext>
            </a:extLst>
          </p:cNvPr>
          <p:cNvSpPr/>
          <p:nvPr/>
        </p:nvSpPr>
        <p:spPr>
          <a:xfrm>
            <a:off x="6032194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0035331-65F3-C9ED-3BE8-0EF503B5EEBE}"/>
              </a:ext>
            </a:extLst>
          </p:cNvPr>
          <p:cNvCxnSpPr>
            <a:cxnSpLocks/>
            <a:stCxn id="39" idx="2"/>
            <a:endCxn id="165" idx="0"/>
          </p:cNvCxnSpPr>
          <p:nvPr/>
        </p:nvCxnSpPr>
        <p:spPr>
          <a:xfrm>
            <a:off x="4653635" y="2916091"/>
            <a:ext cx="2560312" cy="884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6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2C8D-70F6-FCF5-94AA-D23C04F30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F8F66C3-91F9-2A42-F6D9-47C42100B4C1}"/>
              </a:ext>
            </a:extLst>
          </p:cNvPr>
          <p:cNvCxnSpPr>
            <a:cxnSpLocks/>
            <a:stCxn id="39" idx="2"/>
            <a:endCxn id="88" idx="0"/>
          </p:cNvCxnSpPr>
          <p:nvPr/>
        </p:nvCxnSpPr>
        <p:spPr>
          <a:xfrm>
            <a:off x="4653635" y="2916091"/>
            <a:ext cx="779944" cy="878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B6AF09F-FF7D-BA5B-ED52-F2A0E692C78E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FE35B50-94F3-090A-71AC-931512E9159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7D9782D-41E2-E3E0-5B37-89326A2AF59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4C61A43-6620-F3F6-1C7A-728E82A354F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945C3EE-6DB0-A5F9-29D0-68E6304307B3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81BFEB6-7A51-E6B1-8CBA-3CA0165E3EE6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CC8A5243-1BF6-F19A-07E8-408A97CAA26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63C97B06-7854-A5AA-D924-D13969C0191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BE8A661-3AB9-6FBB-A94B-6614CEB81A2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EB3FEF3-13E3-70EF-9982-608D7D1EE21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9519EDF-74B9-3D65-C148-DEC55F43797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591DDF6-2BF4-ACBA-DEFF-A3C96C9B343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60F30BD-845E-9035-AA5F-01C24DFBA8FE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A3C5ADD-D941-E4AD-99AF-5A6FA384EFD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2298D34F-CF31-92BD-0B74-E40E1A3641A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63FE16B5-D4C8-48C6-BDFE-5A5239DFD5D1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8FF8140-2FDF-B96E-6C35-C9CAAEAF34AF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7C9AAAA3-DDD5-FF89-4CCA-D39A21B9300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5A75A7FB-D991-3E22-18A9-EF908542F4E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2975AA9-A79E-B588-71F2-FEDE6B93C4B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93459746-F04A-DA6F-26D8-8216DAE6306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CF58C4D4-5492-5424-4CDC-1F0AC0C334A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CE74EB3-ED59-3C42-610D-8555261F136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3A92D9D-4D1D-7205-84B3-7ECF14DFCD7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32A958F-74C3-2789-A1FE-0FB049848F91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779346E-BA91-DBF5-114D-A739C6E4AA59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5E20952-AAAB-EBB7-CA3D-4F9A9CA41478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73152C1-CB08-D3B3-5CB8-FAA4AB6BA132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2A8E7EE-5066-BEC9-B626-0CA69001736F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D6800B6-1F49-A6D7-9544-5AA773B3BF27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E6AAFEDA-EBA7-56C0-8508-85F729723EE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321C726-FB3A-FB2C-819A-FBAAC20EBEA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F6551A73-2F8E-EBA8-0C59-47BE3C251D5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6E51C91E-ED81-6F33-7B4C-B3E471AAE68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AD0346F2-0005-8690-E9F2-2AFC50D4AD7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8161196-5721-C445-C1BD-ACF3654A9D5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A93289D5-D131-BA22-0FAA-9583232D3F0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F9330D73-1AA3-9BC0-2B18-074B7542B8DC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EEEC8614-43F5-9DFF-1F2B-1B480BBD295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079E13A-C5D4-E8E4-4B34-AAA2ABFB8827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447174C-6B4E-9AEB-8F57-A456043BB7D1}"/>
              </a:ext>
            </a:extLst>
          </p:cNvPr>
          <p:cNvGrpSpPr/>
          <p:nvPr/>
        </p:nvGrpSpPr>
        <p:grpSpPr>
          <a:xfrm>
            <a:off x="262926" y="3817965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CE5414F0-1731-2BBE-9446-F15ED8D245C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34B38C2-30FD-7959-5E14-01561CCE5F1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5805764A-2B5A-26C3-D39E-086F4E65A12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036FCCA-1A05-0C64-63D8-A5AC776CF458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15D05B7-174B-6B51-5637-43D8F9E03E3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06AABBDF-8F55-DBAE-5C46-3259941C579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AD3B8C3E-0B35-8AA9-A2B4-3CF959BB74FD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E61BDE1-8C8D-FAB5-5D37-5F05F9C7A49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1A2A68F-EFB5-C465-6533-C04ABAD7E44F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BFFBDCC-B865-04B0-B2DA-FFD1B146F03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ACD17A6-F8C7-F680-EA35-C80DDB19B54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040991A-A1CA-4404-E9C3-754C38070F82}"/>
              </a:ext>
            </a:extLst>
          </p:cNvPr>
          <p:cNvGrpSpPr/>
          <p:nvPr/>
        </p:nvGrpSpPr>
        <p:grpSpPr>
          <a:xfrm>
            <a:off x="446772" y="3829560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40FBE0CB-FD79-6ECA-62AC-0D4AD0463DD5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B9755D04-C564-9E9C-12BA-2CBFF812411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C595035B-9FFA-EE84-3D86-D42F2FF7D3E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8623910A-4DF5-1D6D-B798-6177A2392DE7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70F456F4-5521-8B6D-712D-25946385FF26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730E3990-66BF-104F-0453-68CFA1BC7D8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87B3AB3D-8623-97A3-ACA1-85441FB99FD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1D83C19-7BF2-9DDD-BF9D-D8B3C89D8D3A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1414691-243C-3560-7A13-AE31001E138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D891E23-2529-C122-4E48-ADB82F6C192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BEFBE1F-A1CD-CBA4-BEF2-7F7A476E2769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8DE5824-884C-651D-DBFC-FF6FCAAB352D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EED8F286-4D93-704B-FC04-E441D083E4F1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403" cy="959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8E5AAA94-D3C4-9B98-5056-29F1ECF5C399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184249" cy="97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CD89E0A-F76C-D659-3A07-492CA35356DC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A39B4D4-ABE0-B209-20A7-A80FDE166EEE}"/>
              </a:ext>
            </a:extLst>
          </p:cNvPr>
          <p:cNvSpPr/>
          <p:nvPr/>
        </p:nvSpPr>
        <p:spPr>
          <a:xfrm>
            <a:off x="1025959" y="331744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895508A2-9FEA-6D34-283D-7B8D074B78FA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82691FF4-9DC9-6993-5D12-DFA13C8B3E8A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17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70033CF0-025B-C86F-6679-10F015CEB478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BED78223-A442-B56A-2B6C-BE2A6B27AB5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E7919C70-3A3C-A1DF-AD32-9864A647C71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7BDEE520-DEE7-F0ED-2DF0-DB32EADEA42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01690A73-7282-660E-0B81-110D1EFCBD6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D5A8DEA8-3006-19AE-E386-33084301C86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54F071E-D303-6BC0-DBDC-D8E6DAB58CD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55AD499A-3ABA-2AFC-0259-F6742E9498D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5CA39921-6E64-3928-4696-BCC4661C34E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CCE80DB1-D396-9615-C459-84FACCF7AD6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F0647E8-EC9B-551F-3FAF-5D1E9CD9A488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C2C9312B-DA06-DE0B-4D59-7FAC83030F24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FBAC346-2D80-9F0C-BD1D-D46651B3E44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EDB4C377-2966-1AF7-97F4-10EFAB7B838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9B8B39C6-FA0C-CD9D-AC8B-DC8E2DDDB93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168CB20F-35B6-7790-72E5-8175D855E83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6B810207-A189-00B9-9C16-F14A0F68EE53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DB561037-AA34-B58B-921D-FEE23CAB3D4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16F53480-694E-8D2F-E6E1-E7543F0BBF3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78FAC8E5-3C35-833D-EF8C-66694A47051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720A4A8E-DB25-2438-1E92-A9750F97A64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026D8100-E325-7E58-1A13-F0A684CB988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75B0986D-B68C-B0BB-7C7D-34609A0467AF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147B942F-B2FA-9983-870E-CC664E72FD31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E0911A8D-8F87-12BE-8F85-00063E764A17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7D77E23F-25B3-9312-DBBD-878AA9367B0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3415E144-0455-F3B4-2DA9-DCB1848FBF5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4F6000E4-B460-6CEE-8A69-5FD02C188568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9AAF4701-4555-768E-CA76-56035A4CDD2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9F1696C3-B4AE-117E-450B-7AEF71FBB7F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19AD706F-8667-E020-4D7B-2E8DB6D54A5D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74720B69-4831-BD23-FEF6-9EF489DC3CE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5A870F51-79C7-CEE3-517B-592A67E612A1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138A9591-C645-7481-924F-04E291E053E4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/>
                <a:t>v &lt;=17</a:t>
              </a: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052EF774-6B32-13EC-1930-0C9CD0833EED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D7BFA672-2320-A1F1-7503-4150BD0055D8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C5353D8-8364-0F1E-27A4-BB62A1429EBD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83862EAE-BC58-39C1-492D-43B8D36AA84A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BD384C0C-D263-8C10-3DDF-86A918B5C253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536620C8-58C2-A88E-3D50-273DADD3D25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497BDFE7-38F4-C143-6803-B08EE7248BEF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9A1D00C5-39DC-5714-F3D3-755145BE0A6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7DAA7B7F-E19E-35FE-78C1-0BD4820FD21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B0B3A942-3FA3-9AA9-E424-61D7A6B69D1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1DD3A931-9F8D-BA21-FF5C-FF2188656F6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200AB2C3-DB74-C640-11BE-1C742027C8D4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9E91EB05-1CC2-DA88-2C08-CE1D37C879E9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49B0F05-4603-E366-3399-C710724FEDB9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BE5304E1-6D22-BD5A-88E3-4DCE224CC2E5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2A7834DF-A3D3-17EF-D7C2-AFC8BEE5876A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40BF91AB-C8EE-D03E-73DD-C5D0BA1BB9C1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D42AF54-6F51-4619-DF04-4B6A6E46E8A7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D98CA8-9C12-FD3A-658D-19A97FC16938}"/>
              </a:ext>
            </a:extLst>
          </p:cNvPr>
          <p:cNvGrpSpPr/>
          <p:nvPr/>
        </p:nvGrpSpPr>
        <p:grpSpPr>
          <a:xfrm>
            <a:off x="768432" y="3809369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21BBEF-E339-C62A-B60F-0F17B1FF8B3F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51D140-DB53-9206-D998-B6EBFDEA252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D3D89D7-D21B-475F-3184-91FC96064E7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F415961-DAFC-63E4-F404-DBDC616E0E5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AE5AA6B-B0E1-E3B5-C93B-9465D495BE7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9B8B5FC-36BB-3E4E-4D10-8CE3DE91DC82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FA1842-AE01-EE0A-9CCA-86D3EB945534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E20F3E-FBC0-AF80-2D5B-7E858690EF4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C5F4DA-78D6-EF0C-281F-E2441D3FFEB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7F2CFC-40C3-02F5-5A8B-7C4BE815A5D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A470E24-1C18-470B-4DB3-63B45FFA286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7FBBA60-EF8F-3748-FDAA-4A4CECF25F30}"/>
              </a:ext>
            </a:extLst>
          </p:cNvPr>
          <p:cNvGrpSpPr/>
          <p:nvPr/>
        </p:nvGrpSpPr>
        <p:grpSpPr>
          <a:xfrm>
            <a:off x="978406" y="3970195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C21A99-1AB3-A212-A1D3-4B6454161048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570525F-2EC7-95D8-5715-3621E0B3311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55EB27-A14A-B5C7-7983-2076760E7272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3548A19-6B4C-FFE5-20D7-260F8D4D03B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2D07990-029E-9B15-5E67-6E5C9704556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67D9626-DBE8-F95E-F8FA-13AF5C6427B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F9E9F9-5FA3-5778-F561-C5C9885513E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2653E1-1CF2-1A9C-0201-265D994B996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23CF9B-1B3F-E416-8812-5DE217277FA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D10CD77-40C3-3248-31EC-5CC9074CB5C2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9371C4-F7CB-771E-DA35-F4BF327586A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9D3CA5-238B-7C41-D9CA-3D0A5D4BCD11}"/>
              </a:ext>
            </a:extLst>
          </p:cNvPr>
          <p:cNvGrpSpPr/>
          <p:nvPr/>
        </p:nvGrpSpPr>
        <p:grpSpPr>
          <a:xfrm>
            <a:off x="3990130" y="2234666"/>
            <a:ext cx="1837810" cy="707886"/>
            <a:chOff x="3168994" y="1056905"/>
            <a:chExt cx="1837810" cy="70788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22B66C-6B3A-370E-3F1A-C45BCCA9DAFC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2ECB53D-24A1-8B31-063C-0E7561F21D1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E5EAAA3-3E46-68A4-30C4-C9BC8A534EB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0CB4AE7-C778-8E47-1379-043BCCFD513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83C8849-4D06-D72B-171F-63B745FA73B7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362305E-F2E2-758E-A67F-A9212A2476A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E9F6D85-08E8-69EC-1808-31341631AB2A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B3B01A-F046-E0AD-CB57-3B97BF0D35D3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0E6DBA-BDA0-108A-AFD7-712A7BBDC9C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3076560-C687-F220-DBBC-B882E9F40DA0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94D7004-ECFA-CD56-F654-BB382539FB5D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v = 17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1347781-F810-E0E9-8B0D-BBBFA53838D2}"/>
              </a:ext>
            </a:extLst>
          </p:cNvPr>
          <p:cNvGrpSpPr/>
          <p:nvPr/>
        </p:nvGrpSpPr>
        <p:grpSpPr>
          <a:xfrm>
            <a:off x="5951419" y="2265922"/>
            <a:ext cx="1837810" cy="707886"/>
            <a:chOff x="3168994" y="1056905"/>
            <a:chExt cx="1837810" cy="70788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75FCEB2-09F9-3D20-E853-7A4A47CF1F16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CF860BE-2157-98F7-28A9-8C3A849D3AD5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5EDE176-C32E-DC7E-BACF-5216FDAEC7DF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5E70AB9-ECE0-96DF-4BAF-CCF1648EC65C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DAD5F88-1B60-8AA2-0C82-1D16CC379CC1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0599641A-7A3C-94FA-C2CE-6DBAD24A41F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2288A64-5954-AA87-3C3C-2E157678F3B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0 0 4 0 1 1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F2E6FCB-5A6D-D0ED-7A5D-988C1544887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CA16411-12EB-CA77-4AEF-6F01A7371893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BC1F9B0-E9F9-FFB0-53D8-6B25DACB4869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947724-BA2C-ADDB-2E8B-90EAA75FFC2B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-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E5E06E-817C-B89A-148D-CA9A9E7DB27F}"/>
              </a:ext>
            </a:extLst>
          </p:cNvPr>
          <p:cNvCxnSpPr>
            <a:cxnSpLocks/>
            <a:stCxn id="267" idx="2"/>
            <a:endCxn id="38" idx="0"/>
          </p:cNvCxnSpPr>
          <p:nvPr/>
        </p:nvCxnSpPr>
        <p:spPr>
          <a:xfrm>
            <a:off x="3832499" y="1738330"/>
            <a:ext cx="821539" cy="523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C4B523F-C282-16DF-450B-5BC3B4100C98}"/>
              </a:ext>
            </a:extLst>
          </p:cNvPr>
          <p:cNvSpPr/>
          <p:nvPr/>
        </p:nvSpPr>
        <p:spPr>
          <a:xfrm>
            <a:off x="4107588" y="191402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7E1E0E1-D339-05BD-6851-56E30C9E2A7D}"/>
              </a:ext>
            </a:extLst>
          </p:cNvPr>
          <p:cNvCxnSpPr>
            <a:cxnSpLocks/>
            <a:stCxn id="267" idx="2"/>
            <a:endCxn id="50" idx="0"/>
          </p:cNvCxnSpPr>
          <p:nvPr/>
        </p:nvCxnSpPr>
        <p:spPr>
          <a:xfrm>
            <a:off x="3832499" y="1738330"/>
            <a:ext cx="2782828" cy="554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D36C736B-E841-6F82-3B4C-E8FCCF90396F}"/>
              </a:ext>
            </a:extLst>
          </p:cNvPr>
          <p:cNvSpPr/>
          <p:nvPr/>
        </p:nvSpPr>
        <p:spPr>
          <a:xfrm>
            <a:off x="5797322" y="198986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9D0DA95-FB1B-AD7E-E6E4-E8A987705FA8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263080" y="2905732"/>
            <a:ext cx="1540402" cy="1082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3CFEE92-5718-8AA5-2DE3-CC156355213F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1415480" y="2884606"/>
            <a:ext cx="1387598" cy="1255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6779413-3929-DC36-6E03-3F0D89C2C4EC}"/>
              </a:ext>
            </a:extLst>
          </p:cNvPr>
          <p:cNvCxnSpPr>
            <a:cxnSpLocks/>
            <a:stCxn id="33" idx="2"/>
            <a:endCxn id="73" idx="0"/>
          </p:cNvCxnSpPr>
          <p:nvPr/>
        </p:nvCxnSpPr>
        <p:spPr>
          <a:xfrm flipH="1">
            <a:off x="3693023" y="2937217"/>
            <a:ext cx="961016" cy="84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9D00564-AF8A-DB8C-4C42-8C828EC07284}"/>
              </a:ext>
            </a:extLst>
          </p:cNvPr>
          <p:cNvGrpSpPr/>
          <p:nvPr/>
        </p:nvGrpSpPr>
        <p:grpSpPr>
          <a:xfrm>
            <a:off x="3029115" y="3759565"/>
            <a:ext cx="1837810" cy="702551"/>
            <a:chOff x="3168994" y="1056905"/>
            <a:chExt cx="1837810" cy="70255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E1BADE8-3DCA-1969-2C85-9EB86099AF74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779893C-2D35-BB34-6881-18E270D59AAE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F242484-0E8E-C381-0DBA-3687BA023B1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70F70F7-4100-CAED-2C9C-EC43035EE9FE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58095F3-A61D-4C62-CF28-E1BCE0A09DF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59378F4-48D3-5480-E63D-C62EDDE5D494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C8635A4C-FBF9-2E00-3B6C-576036CF7A7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742A46D-4701-CA5D-93ED-1BFEFE55AF56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EFB55EE-F1C3-B0C5-55F8-2096BDD33BE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E46415-CF99-C714-9DBA-2645FC47C23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BC562FF-8D75-A8F8-138A-0E2B8D02C9D2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 18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B06B4196-9FED-6DBE-D096-10517606A55F}"/>
              </a:ext>
            </a:extLst>
          </p:cNvPr>
          <p:cNvSpPr/>
          <p:nvPr/>
        </p:nvSpPr>
        <p:spPr>
          <a:xfrm>
            <a:off x="3995309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5308F13-B41F-0987-BDFB-96CE3AF8B909}"/>
              </a:ext>
            </a:extLst>
          </p:cNvPr>
          <p:cNvGrpSpPr/>
          <p:nvPr/>
        </p:nvGrpSpPr>
        <p:grpSpPr>
          <a:xfrm>
            <a:off x="4769671" y="3767729"/>
            <a:ext cx="1837810" cy="702551"/>
            <a:chOff x="3168994" y="1056905"/>
            <a:chExt cx="1837810" cy="70255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CC4D169-A02B-C974-8E7E-B9881791732C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7FC23617-AB22-FD46-F06A-13F8B0B5B0D8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9276BA1-0121-789F-201D-4BB44F4A88C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D1B9F4F-0E05-2F39-0DEC-9BCBD643436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40A406F-CDDB-7445-8878-BD94EBA81A7B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C4A3C1D4-4393-9B18-6D02-08434F0FC10B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59B90E3-065C-C9F9-6E1F-537D337491D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B8CCE62-D7E3-A948-BA76-56E70DE5962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36443DA-7E6D-8DD9-4D27-358AE9F876E4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E8E17B4-524A-6EF8-8047-41D24577806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AC97095-E65D-2A29-50B9-4A9A5FA725F8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 18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ED53EF0-F702-6ECD-649C-3586BFA7D7D5}"/>
              </a:ext>
            </a:extLst>
          </p:cNvPr>
          <p:cNvSpPr/>
          <p:nvPr/>
        </p:nvSpPr>
        <p:spPr>
          <a:xfrm>
            <a:off x="4959304" y="329989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7818A0EB-526E-E5C5-0E65-82091B5B76FE}"/>
              </a:ext>
            </a:extLst>
          </p:cNvPr>
          <p:cNvGrpSpPr/>
          <p:nvPr/>
        </p:nvGrpSpPr>
        <p:grpSpPr>
          <a:xfrm>
            <a:off x="6550038" y="3779837"/>
            <a:ext cx="1837810" cy="702551"/>
            <a:chOff x="3168994" y="1056905"/>
            <a:chExt cx="1837810" cy="702551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03E7AF90-F324-2326-7FA0-AC8C9CD5F6E8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15AAB367-A0F6-CB26-B3DD-1C405B843D61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17F62B54-CFA3-452B-024D-290F712050FD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011AEE35-35CE-6399-52CE-9BCAA901C1A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D9F3DB40-63F0-6A56-D71D-E23A36AFA0FF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4D8B9E95-74E3-D379-02F6-5EC16C40E0D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BC9BACA-5742-83BC-9288-24816A68EC3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0 0 4 0 2 1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7AF416A3-10B5-4BCF-4800-83C7A720C622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5FCCB786-B103-A77F-B76D-AB96083565E2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62FB152A-CD3D-178D-088C-E9F27F9D7BCA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6DA4024-3CA1-5259-BCBC-023CD8384FC8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>
                  <a:highlight>
                    <a:srgbClr val="FFFF00"/>
                  </a:highlight>
                </a:rPr>
              </a:br>
              <a:r>
                <a:rPr lang="da-DK" sz="1000" dirty="0">
                  <a:highlight>
                    <a:srgbClr val="FFFF00"/>
                  </a:highlight>
                </a:rPr>
                <a:t>v =17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A00C48E-0749-42A0-6EF4-9614116AF8AD}"/>
              </a:ext>
            </a:extLst>
          </p:cNvPr>
          <p:cNvSpPr/>
          <p:nvPr/>
        </p:nvSpPr>
        <p:spPr>
          <a:xfrm>
            <a:off x="6032194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92621B89-AD75-54A5-321D-E41D3A31651F}"/>
              </a:ext>
            </a:extLst>
          </p:cNvPr>
          <p:cNvCxnSpPr>
            <a:cxnSpLocks/>
            <a:stCxn id="39" idx="2"/>
            <a:endCxn id="165" idx="0"/>
          </p:cNvCxnSpPr>
          <p:nvPr/>
        </p:nvCxnSpPr>
        <p:spPr>
          <a:xfrm>
            <a:off x="4653635" y="2916091"/>
            <a:ext cx="2560312" cy="884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64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2308-6304-B1C8-86D3-F784047B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CC12112-E042-D272-AF74-8AA4437D784D}"/>
              </a:ext>
            </a:extLst>
          </p:cNvPr>
          <p:cNvCxnSpPr>
            <a:cxnSpLocks/>
            <a:stCxn id="39" idx="2"/>
            <a:endCxn id="88" idx="0"/>
          </p:cNvCxnSpPr>
          <p:nvPr/>
        </p:nvCxnSpPr>
        <p:spPr>
          <a:xfrm>
            <a:off x="4653635" y="2916091"/>
            <a:ext cx="779944" cy="8789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0BA7A7D-22CB-A88B-B8B0-44BC34B01B44}"/>
              </a:ext>
            </a:extLst>
          </p:cNvPr>
          <p:cNvGrpSpPr/>
          <p:nvPr/>
        </p:nvGrpSpPr>
        <p:grpSpPr>
          <a:xfrm>
            <a:off x="2139573" y="2224414"/>
            <a:ext cx="1825075" cy="741089"/>
            <a:chOff x="1338642" y="1171033"/>
            <a:chExt cx="1825075" cy="741089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390C2D3C-2CDE-C866-FD02-AAAC6B6A4484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8121FA7-13FA-6940-B3C6-9296E4797CE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4B6E921-75A2-E6F3-2676-8B561321F970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2729BD40-DCC3-A2A5-293A-6B81B23E0420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B7C5219-61D7-4097-8C18-891732E3033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8898CC89-105B-5367-932B-0C7818FFB0E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404FE48-A0F4-AC12-5D50-5338CFCCAFF1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8118D3E-3F44-8BED-FFA8-0CB8456EC09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801F6D7-1D21-5890-5689-E5DC6DBA909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993A14FA-D36D-171C-95E0-02C12600DC3C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ED775FB-D9B2-D768-95CB-DF788873FBAE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A86A244-AED3-24B1-D2C6-1EB3AF4A7E36}"/>
              </a:ext>
            </a:extLst>
          </p:cNvPr>
          <p:cNvGrpSpPr/>
          <p:nvPr/>
        </p:nvGrpSpPr>
        <p:grpSpPr>
          <a:xfrm>
            <a:off x="262926" y="2204173"/>
            <a:ext cx="1825075" cy="741089"/>
            <a:chOff x="1338642" y="1171033"/>
            <a:chExt cx="1825075" cy="74108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6848B53-AAA3-06C5-462B-565A40DBEB5B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2B3C8A9-1D15-0D7C-F8DE-04CD773C852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BA5A06B3-15B3-BEE9-1F82-F874D8D19A2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CD397DA-7704-7D25-4FD4-FCA98347D1F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D8F5D51E-E489-8EB5-29A8-37FB53C3135E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40C6062A-BD17-3E4A-EEA7-E0783034328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9BFD0B3A-9F8A-110F-2DCA-0B226A9BFFDC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8421EC5-635A-3C6C-EEF7-3738BF94D34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17E9A995-94E4-61C8-831E-81A0A5CF111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A1A71D22-3551-ECC9-0D1F-AA9217C3451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FCCA2B0-9CA0-AC40-91B7-6BA02110C9A4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0282C5D-45FB-845D-BDC3-459141D9A2F4}"/>
              </a:ext>
            </a:extLst>
          </p:cNvPr>
          <p:cNvCxnSpPr>
            <a:cxnSpLocks/>
            <a:endCxn id="112" idx="0"/>
          </p:cNvCxnSpPr>
          <p:nvPr/>
        </p:nvCxnSpPr>
        <p:spPr>
          <a:xfrm flipH="1">
            <a:off x="926834" y="1693789"/>
            <a:ext cx="987188" cy="516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A7F87CDA-07ED-B95A-F3AE-FA257B718434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914022" y="1693789"/>
            <a:ext cx="889459" cy="53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1756A4D-E1F4-CCB0-2B01-BBEFF6649982}"/>
              </a:ext>
            </a:extLst>
          </p:cNvPr>
          <p:cNvSpPr/>
          <p:nvPr/>
        </p:nvSpPr>
        <p:spPr>
          <a:xfrm>
            <a:off x="1263624" y="1879517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9515E18-E381-1116-01FC-891B7D000865}"/>
              </a:ext>
            </a:extLst>
          </p:cNvPr>
          <p:cNvSpPr/>
          <p:nvPr/>
        </p:nvSpPr>
        <p:spPr>
          <a:xfrm>
            <a:off x="2250812" y="185103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F12551FB-C198-6F43-58C1-C01032A1DEFD}"/>
              </a:ext>
            </a:extLst>
          </p:cNvPr>
          <p:cNvGrpSpPr/>
          <p:nvPr/>
        </p:nvGrpSpPr>
        <p:grpSpPr>
          <a:xfrm>
            <a:off x="14296" y="3672417"/>
            <a:ext cx="1825075" cy="681318"/>
            <a:chOff x="1338642" y="1171033"/>
            <a:chExt cx="1825075" cy="681318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F84AB6D-291B-FD2F-2D7F-FF18EB5282B2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5C3F85E-4F75-58A3-7D24-9EFCA13FF40B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EBACD045-7A43-0643-495B-7F5B9EC16E0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86E5A775-93FA-71FF-BADB-E2E9BDB8BA9A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6FAE6B18-5DC3-4A57-987E-E28E13F59AF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4F3E5344-2F34-5718-D184-5741F30A7A3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09032BC-9489-C9E3-F355-FCDCEBAF47F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091CED33-1EEC-28C0-3151-DA1DA217BB4B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1666353F-9975-B8F4-02C4-FD64D3BD604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FB5475C7-613C-3DD5-D5A0-B359B7C154D6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E461C2A1-14BE-1ABE-1DA3-ECFA619852C0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A6151675-58B3-644A-5C04-BABEF09556C6}"/>
              </a:ext>
            </a:extLst>
          </p:cNvPr>
          <p:cNvGrpSpPr/>
          <p:nvPr/>
        </p:nvGrpSpPr>
        <p:grpSpPr>
          <a:xfrm>
            <a:off x="262926" y="3817965"/>
            <a:ext cx="1825075" cy="681318"/>
            <a:chOff x="1338642" y="1171033"/>
            <a:chExt cx="1825075" cy="681318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EA5A8539-519F-FD9E-AEA5-C2C9D303481C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898013C7-81B6-0C6C-BDC3-F7336AE4E54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14DECF88-6B81-8C0E-94E8-A0B174048A7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D808831-1B9F-B07D-FA20-11E9B448B7B9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41BC1386-87F7-BCEF-AE1B-14AC959D6CB5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8B7E4C96-9D13-AF21-60E7-0823F112C98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0012244-CC38-7DA6-C3E5-BCC6CAACCFB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6957B32-345C-4258-09C7-CEE1FFDEBBC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8B2F4DB6-D5D1-5FCB-1AFF-42B0846BD84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4708244-C11D-E8FA-D08D-0B1F54CF5BFE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882021A5-A0A6-1EEC-5667-405C4EE257DB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AB923E1-927A-1271-1CA8-4272D4DD42A7}"/>
              </a:ext>
            </a:extLst>
          </p:cNvPr>
          <p:cNvGrpSpPr/>
          <p:nvPr/>
        </p:nvGrpSpPr>
        <p:grpSpPr>
          <a:xfrm>
            <a:off x="446772" y="3829560"/>
            <a:ext cx="1825075" cy="681318"/>
            <a:chOff x="1338642" y="1171033"/>
            <a:chExt cx="1825075" cy="6813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C567D85-0827-E896-E851-DEEA9DC37E71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77E49BA-BDF8-B8B2-1EEB-CB5B31EFC4E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98DFE186-E5F0-1F3B-2703-290B9F96A0E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44AD670F-6931-D73A-AE4F-C72D0F3AB75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B62D279F-4C60-9010-06D3-C154DB75FDD6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1587AA2E-2005-AC41-B81F-EA8CC07D8FF8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B245F3A8-4E64-91D8-56F3-7632F6C8240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0 0 3 2 1 1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A3738AEB-532C-4DD9-E5C3-9C30EB51EA39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76E09546-4A1B-4188-F44B-67C90B4D2626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18AA1457-E5D2-08F2-C9DB-8D232E3685F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BB3D52A-2525-D61C-2F00-133624DB50A1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D92C56B1-161A-DD72-5B47-22B52EA874A5}"/>
              </a:ext>
            </a:extLst>
          </p:cNvPr>
          <p:cNvCxnSpPr>
            <a:cxnSpLocks/>
            <a:stCxn id="113" idx="2"/>
            <a:endCxn id="133" idx="0"/>
          </p:cNvCxnSpPr>
          <p:nvPr/>
        </p:nvCxnSpPr>
        <p:spPr>
          <a:xfrm flipH="1">
            <a:off x="678204" y="2864365"/>
            <a:ext cx="248227" cy="814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C64F446-EB44-ACAE-2A6A-6D0FC7242DA5}"/>
              </a:ext>
            </a:extLst>
          </p:cNvPr>
          <p:cNvCxnSpPr>
            <a:cxnSpLocks/>
            <a:stCxn id="113" idx="2"/>
            <a:endCxn id="145" idx="0"/>
          </p:cNvCxnSpPr>
          <p:nvPr/>
        </p:nvCxnSpPr>
        <p:spPr>
          <a:xfrm>
            <a:off x="926431" y="2864365"/>
            <a:ext cx="403" cy="959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B5D13C7D-3BD7-319B-D942-D5A528E90C87}"/>
              </a:ext>
            </a:extLst>
          </p:cNvPr>
          <p:cNvCxnSpPr>
            <a:cxnSpLocks/>
            <a:stCxn id="113" idx="2"/>
            <a:endCxn id="157" idx="0"/>
          </p:cNvCxnSpPr>
          <p:nvPr/>
        </p:nvCxnSpPr>
        <p:spPr>
          <a:xfrm>
            <a:off x="926431" y="2864365"/>
            <a:ext cx="184249" cy="971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86F6E62-18A7-CCE4-3153-3AF0EE8CDD0B}"/>
              </a:ext>
            </a:extLst>
          </p:cNvPr>
          <p:cNvSpPr/>
          <p:nvPr/>
        </p:nvSpPr>
        <p:spPr>
          <a:xfrm>
            <a:off x="701874" y="32055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924861E-32CF-2D57-681A-999CFC3048CA}"/>
              </a:ext>
            </a:extLst>
          </p:cNvPr>
          <p:cNvSpPr/>
          <p:nvPr/>
        </p:nvSpPr>
        <p:spPr>
          <a:xfrm>
            <a:off x="1025959" y="3317440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95AA13D9-4C52-C5FB-51BB-B463E551C5F5}"/>
              </a:ext>
            </a:extLst>
          </p:cNvPr>
          <p:cNvGrpSpPr/>
          <p:nvPr/>
        </p:nvGrpSpPr>
        <p:grpSpPr>
          <a:xfrm>
            <a:off x="4054469" y="85121"/>
            <a:ext cx="1914727" cy="721245"/>
            <a:chOff x="4054469" y="85121"/>
            <a:chExt cx="1914727" cy="72124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5EE3A7A1-5D8B-B919-F874-AA926439F20C}"/>
                </a:ext>
              </a:extLst>
            </p:cNvPr>
            <p:cNvSpPr txBox="1"/>
            <p:nvPr/>
          </p:nvSpPr>
          <p:spPr>
            <a:xfrm>
              <a:off x="5345099" y="98480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MAX(AI)</a:t>
              </a:r>
              <a:br>
                <a:rPr lang="da-DK" sz="1000" dirty="0"/>
              </a:br>
              <a:r>
                <a:rPr lang="da-DK" sz="1000" dirty="0"/>
                <a:t>a = 17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4DCDBE59-5BE7-F75C-7938-173047553F0A}"/>
                </a:ext>
              </a:extLst>
            </p:cNvPr>
            <p:cNvGrpSpPr/>
            <p:nvPr/>
          </p:nvGrpSpPr>
          <p:grpSpPr>
            <a:xfrm>
              <a:off x="4054469" y="85121"/>
              <a:ext cx="1340091" cy="681318"/>
              <a:chOff x="2776834" y="196742"/>
              <a:chExt cx="1340091" cy="681318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2DE91E46-561B-0DD4-8F91-94D890B3800A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0C58581E-F964-DD9C-3296-D7664E97763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6C80AA7-BCF3-1743-7476-C453568DCC7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0" name="Oval 239">
                <a:extLst>
                  <a:ext uri="{FF2B5EF4-FFF2-40B4-BE49-F238E27FC236}">
                    <a16:creationId xmlns:a16="http://schemas.microsoft.com/office/drawing/2014/main" id="{6350DDC8-B77B-C172-FC4B-5E05B4B54580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1" name="Oval 240">
                <a:extLst>
                  <a:ext uri="{FF2B5EF4-FFF2-40B4-BE49-F238E27FC236}">
                    <a16:creationId xmlns:a16="http://schemas.microsoft.com/office/drawing/2014/main" id="{8E6AAF2E-9246-A852-DFDA-BD2F563B63B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0BA204E6-0AE5-E773-F86A-3E59C3447A22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0 0 3 1 1 0</a:t>
                </a: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74EC2248-E83F-D745-5963-10EF6222E86C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1AEF6D2D-82C1-8EE6-13F8-125FA293D0A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7622DDC7-32E3-404D-6DFB-24A6E2F2162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3CEA3D90-0864-EA73-EE9F-8417DAA0FBFE}"/>
              </a:ext>
            </a:extLst>
          </p:cNvPr>
          <p:cNvGrpSpPr/>
          <p:nvPr/>
        </p:nvGrpSpPr>
        <p:grpSpPr>
          <a:xfrm>
            <a:off x="1250517" y="1033597"/>
            <a:ext cx="1825075" cy="741089"/>
            <a:chOff x="1338642" y="1171033"/>
            <a:chExt cx="1825075" cy="741089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862B266E-3BCA-1168-364A-FD1B9B5A9A48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DBE5C7AB-E3B9-3869-90D0-E4AB08AFD384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8E506B55-DAF6-6B92-21B7-5C34A968EDE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D262E167-D9A8-B668-D5B4-3A6C81D7AE6D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471B9F51-72D3-2E39-2723-DB961176350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1093518-99E5-91FC-16EC-8533791109BD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AC91B0B4-FE61-D19C-6F69-0C48B894D73F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2ED59EF6-994E-18BA-D76B-307B6040E33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06147F1E-FF4A-1044-765E-A1D373099DC5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A2F89616-4F70-237D-4D45-CE5BBE052E1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B05F8E93-1EC3-E1A0-D740-4B0A99E82E4C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–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647394A3-C2D4-6F78-1608-D3D5CA434BC3}"/>
              </a:ext>
            </a:extLst>
          </p:cNvPr>
          <p:cNvGrpSpPr/>
          <p:nvPr/>
        </p:nvGrpSpPr>
        <p:grpSpPr>
          <a:xfrm>
            <a:off x="3168994" y="1056905"/>
            <a:ext cx="1837810" cy="707886"/>
            <a:chOff x="3168994" y="1056905"/>
            <a:chExt cx="1837810" cy="707886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65AF0355-5AB3-11AF-EB0B-8FC7D35AA615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B362DB8-720B-BB75-C85F-E9C8F8272DB6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FC5958CC-17C6-78F4-9662-D447B59DEE7C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480F81FD-55C7-867B-8A1A-CC50192AD32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BD53C7E6-5252-439D-EDF5-7BB7688B780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B49BECFF-6F5D-0F2C-5E1E-0C59883FAE1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88602091-D56C-40BA-25B0-1DBA6904A2D0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054B6715-9126-8ECF-DD85-B191463D5D1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68" name="TextBox 267">
                <a:extLst>
                  <a:ext uri="{FF2B5EF4-FFF2-40B4-BE49-F238E27FC236}">
                    <a16:creationId xmlns:a16="http://schemas.microsoft.com/office/drawing/2014/main" id="{8A599DE9-1074-9A9A-B16B-EE45EB794571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AD749816-2A2A-FB5B-DA5D-1805EF3FB235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61DED53B-161C-7892-C22C-45B04F6FE044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>
                  <a:highlight>
                    <a:srgbClr val="FFFF00"/>
                  </a:highlight>
                </a:rPr>
                <a:t>b = 17</a:t>
              </a:r>
            </a:p>
            <a:p>
              <a:r>
                <a:rPr lang="da-DK" sz="1000" dirty="0"/>
                <a:t>v &lt;=17</a:t>
              </a: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2A31096-5606-03E8-DC6B-43D0BB54B894}"/>
              </a:ext>
            </a:extLst>
          </p:cNvPr>
          <p:cNvGrpSpPr/>
          <p:nvPr/>
        </p:nvGrpSpPr>
        <p:grpSpPr>
          <a:xfrm>
            <a:off x="5054150" y="1092793"/>
            <a:ext cx="1839085" cy="707886"/>
            <a:chOff x="5054150" y="1092793"/>
            <a:chExt cx="1839085" cy="707886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5F07E404-12BE-AAD2-0BAF-C58BBFB416C6}"/>
                </a:ext>
              </a:extLst>
            </p:cNvPr>
            <p:cNvGrpSpPr/>
            <p:nvPr/>
          </p:nvGrpSpPr>
          <p:grpSpPr>
            <a:xfrm>
              <a:off x="5054150" y="1111784"/>
              <a:ext cx="1340091" cy="681318"/>
              <a:chOff x="2776834" y="196742"/>
              <a:chExt cx="1340091" cy="681318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91CFDE50-B039-EDDC-3953-950192A7C82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13BADF37-B0FF-90FB-5AF9-20D98C178334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44D03E79-A77E-0E42-EF2E-1A18FD0CFA24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6" name="Oval 275">
                <a:extLst>
                  <a:ext uri="{FF2B5EF4-FFF2-40B4-BE49-F238E27FC236}">
                    <a16:creationId xmlns:a16="http://schemas.microsoft.com/office/drawing/2014/main" id="{950A0A83-6C98-70D9-15F0-1C91BD25275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7" name="Oval 276">
                <a:extLst>
                  <a:ext uri="{FF2B5EF4-FFF2-40B4-BE49-F238E27FC236}">
                    <a16:creationId xmlns:a16="http://schemas.microsoft.com/office/drawing/2014/main" id="{39EFC211-5036-88E1-2E12-C2E3C8A07C1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662C2E42-6905-8793-03C3-932B3D40DD18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1 1 0 1 1 0</a:t>
                </a:r>
              </a:p>
            </p:txBody>
          </p: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10B65CC-8AF2-8008-AD91-DD5F3D337F1E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0 0 4 0 0 2</a:t>
                </a:r>
              </a:p>
            </p:txBody>
          </p:sp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FD37A64A-1F43-9B81-9321-34C71C5B3EB7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41</a:t>
                </a:r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8AF81A76-6F09-E099-C084-66F8141B20AD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21</a:t>
                </a:r>
              </a:p>
            </p:txBody>
          </p:sp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6A47A05A-536B-6244-D03C-A3F1A024A7D4}"/>
                </a:ext>
              </a:extLst>
            </p:cNvPr>
            <p:cNvSpPr txBox="1"/>
            <p:nvPr/>
          </p:nvSpPr>
          <p:spPr>
            <a:xfrm>
              <a:off x="6269138" y="1092793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369CFAD-60E7-C5D4-B54B-E2171DAB7496}"/>
              </a:ext>
            </a:extLst>
          </p:cNvPr>
          <p:cNvCxnSpPr>
            <a:cxnSpLocks/>
            <a:stCxn id="243" idx="2"/>
            <a:endCxn id="254" idx="0"/>
          </p:cNvCxnSpPr>
          <p:nvPr/>
        </p:nvCxnSpPr>
        <p:spPr>
          <a:xfrm flipH="1">
            <a:off x="1914425" y="745313"/>
            <a:ext cx="2803549" cy="294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>
            <a:extLst>
              <a:ext uri="{FF2B5EF4-FFF2-40B4-BE49-F238E27FC236}">
                <a16:creationId xmlns:a16="http://schemas.microsoft.com/office/drawing/2014/main" id="{BB1A87ED-D497-C4A7-45BA-7E79E03AC0AC}"/>
              </a:ext>
            </a:extLst>
          </p:cNvPr>
          <p:cNvSpPr/>
          <p:nvPr/>
        </p:nvSpPr>
        <p:spPr>
          <a:xfrm>
            <a:off x="2963313" y="80522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2</a:t>
            </a:r>
          </a:p>
        </p:txBody>
      </p: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DF1B7A2B-564B-F3D3-F88B-4DA50781C1F6}"/>
              </a:ext>
            </a:extLst>
          </p:cNvPr>
          <p:cNvCxnSpPr>
            <a:cxnSpLocks/>
            <a:stCxn id="243" idx="2"/>
            <a:endCxn id="266" idx="0"/>
          </p:cNvCxnSpPr>
          <p:nvPr/>
        </p:nvCxnSpPr>
        <p:spPr>
          <a:xfrm flipH="1">
            <a:off x="3832902" y="745313"/>
            <a:ext cx="885072" cy="338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2FDEEB83-6781-F8F5-C481-7F42E5605B77}"/>
              </a:ext>
            </a:extLst>
          </p:cNvPr>
          <p:cNvCxnSpPr>
            <a:cxnSpLocks/>
            <a:stCxn id="243" idx="2"/>
            <a:endCxn id="278" idx="0"/>
          </p:cNvCxnSpPr>
          <p:nvPr/>
        </p:nvCxnSpPr>
        <p:spPr>
          <a:xfrm>
            <a:off x="4717974" y="745313"/>
            <a:ext cx="1000084" cy="372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Rectangle 285">
            <a:extLst>
              <a:ext uri="{FF2B5EF4-FFF2-40B4-BE49-F238E27FC236}">
                <a16:creationId xmlns:a16="http://schemas.microsoft.com/office/drawing/2014/main" id="{1913B8E4-2527-2A56-CF1E-C2F113CEAFCC}"/>
              </a:ext>
            </a:extLst>
          </p:cNvPr>
          <p:cNvSpPr/>
          <p:nvPr/>
        </p:nvSpPr>
        <p:spPr>
          <a:xfrm>
            <a:off x="4131298" y="860988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57E301FC-6FA9-CE3C-4D19-39360760351C}"/>
              </a:ext>
            </a:extLst>
          </p:cNvPr>
          <p:cNvSpPr/>
          <p:nvPr/>
        </p:nvSpPr>
        <p:spPr>
          <a:xfrm>
            <a:off x="5122131" y="86741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09680-61EF-8578-828E-5AA55AA1532B}"/>
              </a:ext>
            </a:extLst>
          </p:cNvPr>
          <p:cNvGrpSpPr/>
          <p:nvPr/>
        </p:nvGrpSpPr>
        <p:grpSpPr>
          <a:xfrm>
            <a:off x="768432" y="3809369"/>
            <a:ext cx="1825075" cy="681318"/>
            <a:chOff x="1338642" y="1171033"/>
            <a:chExt cx="1825075" cy="68131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AF027D7-355A-5955-F1BA-635553C0ACD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3D2F808-1BCC-1753-D8D8-5F44B6E30D9C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F22E934-A6B0-D0FE-2340-8E8E7EA06663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447C1CD-04E3-5272-2AD0-591172E0716B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AFECEB-CDCB-8FEF-328F-9B01DBE11F93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AFA8D5-0FB6-566F-8AD1-D643AC9A1B0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DE23D1-AC51-7353-0563-EE1D2916E5B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168F76C-D290-79D6-C7A5-F449F6FCDE84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861BCD-FD46-A1C0-829C-1A8432BE4DD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3B35A4-267A-F8DE-FB05-1CF9EFAB269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6B62DA-28C3-3D87-2043-7C7F4DDBE1FA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</a:p>
            <a:p>
              <a:r>
                <a:rPr lang="da-DK" sz="1000" dirty="0"/>
                <a:t>v =18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42DD3E-12F4-DEFB-796A-34E5A9C04AB8}"/>
              </a:ext>
            </a:extLst>
          </p:cNvPr>
          <p:cNvGrpSpPr/>
          <p:nvPr/>
        </p:nvGrpSpPr>
        <p:grpSpPr>
          <a:xfrm>
            <a:off x="978406" y="3970195"/>
            <a:ext cx="1825075" cy="681318"/>
            <a:chOff x="1338642" y="1171033"/>
            <a:chExt cx="1825075" cy="68131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D5ACFD3-25A8-2FEE-7A61-FAF7C8FBF56A}"/>
                </a:ext>
              </a:extLst>
            </p:cNvPr>
            <p:cNvGrpSpPr/>
            <p:nvPr/>
          </p:nvGrpSpPr>
          <p:grpSpPr>
            <a:xfrm>
              <a:off x="1338642" y="1171033"/>
              <a:ext cx="1340091" cy="681318"/>
              <a:chOff x="2776834" y="196742"/>
              <a:chExt cx="1340091" cy="681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9609C64-3C2C-54CF-FCEF-8D88A0997100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976369F-3099-293D-25C7-41A6EBBD3A0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7327B67-1D09-719D-60E6-6E0AFD5CD192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94EA18C-B98E-D3FC-193A-3FDAEDB0B412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CA5B20B-87A2-ED62-A64E-CAE5DAAAE45A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0AA04FA-B550-9338-65CB-11479615A81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0 0 3 2 0 1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7299075-3DF6-C91A-851E-E880F251E575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698E76C-6D54-E60E-D91F-9696393F833D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D1618B8-2BF9-590E-1D33-683AE492626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71AB32B-DD11-9BE5-AFC2-9FC33C8465D6}"/>
                </a:ext>
              </a:extLst>
            </p:cNvPr>
            <p:cNvSpPr txBox="1"/>
            <p:nvPr/>
          </p:nvSpPr>
          <p:spPr>
            <a:xfrm>
              <a:off x="2539620" y="1204236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</a:p>
            <a:p>
              <a:r>
                <a:rPr lang="da-DK" sz="1000" dirty="0"/>
                <a:t>v = 18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AB3595-89A4-FC40-55AF-BD761E4C76D9}"/>
              </a:ext>
            </a:extLst>
          </p:cNvPr>
          <p:cNvGrpSpPr/>
          <p:nvPr/>
        </p:nvGrpSpPr>
        <p:grpSpPr>
          <a:xfrm>
            <a:off x="3990130" y="2234666"/>
            <a:ext cx="1837810" cy="707886"/>
            <a:chOff x="3168994" y="1056905"/>
            <a:chExt cx="1837810" cy="70788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F3C087D-8EB7-2C69-97A3-7B3E2D6E0E22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913DEDB-2CBC-E81A-E0D9-179D1F79CE88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5C63C6-0364-33E3-0513-47A633BAEC28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E07DA19-63C9-8C85-DED1-1CD83AA216D1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5802B19-CB11-7523-3E9C-CD49AD883661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FF0ECFE-7F26-BF34-762C-04C3C320E9F9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59A908D-A7ED-4818-D131-691EBE04E1A9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36DBD60-501B-B97F-49E8-882E1EF2E92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0 0 0 1 1 3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A47F99-1E5D-F957-23D8-3A1219247B68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0CD499F-E5EC-AE01-DB3A-023ED44B3EBB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1FFA61-CD27-037F-CC84-933B9D59A1BB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MIN</a:t>
              </a:r>
              <a:br>
                <a:rPr lang="da-DK" sz="1000" dirty="0"/>
              </a:br>
              <a:r>
                <a:rPr lang="da-DK" sz="1000" dirty="0"/>
                <a:t>a = 17 </a:t>
              </a:r>
            </a:p>
            <a:p>
              <a:r>
                <a:rPr lang="da-DK" sz="1000" dirty="0"/>
                <a:t>b = 17</a:t>
              </a:r>
            </a:p>
            <a:p>
              <a:r>
                <a:rPr lang="da-DK" sz="1000" dirty="0"/>
                <a:t>v = 17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856E06-A651-6F1E-0FE0-FC39DD7688C4}"/>
              </a:ext>
            </a:extLst>
          </p:cNvPr>
          <p:cNvGrpSpPr/>
          <p:nvPr/>
        </p:nvGrpSpPr>
        <p:grpSpPr>
          <a:xfrm>
            <a:off x="5951419" y="2265922"/>
            <a:ext cx="1837810" cy="707886"/>
            <a:chOff x="3168994" y="1056905"/>
            <a:chExt cx="1837810" cy="707886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F2BCE14-BB32-5B96-E493-992893A3CE05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2135E30-380E-9284-B211-152476642532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3E0041C-61C8-8972-A009-077F0C53F5F9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7FD6D48-D6D8-3402-809E-F48F4BA6696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BE09CB9-EFDD-38EE-0B7B-F0DD526AE90C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AE036E4-0DBE-CD0B-6EA9-BCECE64A275E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6720D14-F008-7F9A-3768-FD9F88CF8BF3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0 0 4 0 1 1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FD5B1BD-F5A2-81BE-F9D0-3DD055CAC12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0 0 4 0 0 0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F65164-4268-198A-FB37-3D1933419AEE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B3DE6D6-1D57-6B1C-2346-90A56F3EAD1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C596249-0A16-F959-D614-DB16508363A7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a = -</a:t>
              </a:r>
              <a:r>
                <a:rPr lang="da-DK" sz="1000" dirty="0" err="1"/>
                <a:t>inf</a:t>
              </a:r>
              <a:r>
                <a:rPr lang="da-DK" sz="1000" dirty="0"/>
                <a:t> </a:t>
              </a:r>
            </a:p>
            <a:p>
              <a:r>
                <a:rPr lang="da-DK" sz="1000" dirty="0"/>
                <a:t>b = </a:t>
              </a:r>
              <a:r>
                <a:rPr lang="da-DK" sz="1000" dirty="0" err="1"/>
                <a:t>inf</a:t>
              </a:r>
              <a:endParaRPr lang="da-DK" sz="1000" dirty="0"/>
            </a:p>
            <a:p>
              <a:r>
                <a:rPr lang="da-DK" sz="1000" dirty="0"/>
                <a:t>v = –</a:t>
              </a:r>
              <a:r>
                <a:rPr lang="da-DK" sz="1000" dirty="0" err="1"/>
                <a:t>inf</a:t>
              </a:r>
              <a:endParaRPr lang="da-DK" sz="1000" dirty="0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A8489C1-78E0-1E70-1D50-9206430043E8}"/>
              </a:ext>
            </a:extLst>
          </p:cNvPr>
          <p:cNvCxnSpPr>
            <a:cxnSpLocks/>
            <a:stCxn id="267" idx="2"/>
            <a:endCxn id="38" idx="0"/>
          </p:cNvCxnSpPr>
          <p:nvPr/>
        </p:nvCxnSpPr>
        <p:spPr>
          <a:xfrm>
            <a:off x="3832499" y="1738330"/>
            <a:ext cx="821539" cy="523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E4980E7D-933A-20DA-B86B-031975F1D47B}"/>
              </a:ext>
            </a:extLst>
          </p:cNvPr>
          <p:cNvSpPr/>
          <p:nvPr/>
        </p:nvSpPr>
        <p:spPr>
          <a:xfrm>
            <a:off x="4107588" y="191402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7A83B38-D0E5-A0EE-6A22-B2F6628FC6BC}"/>
              </a:ext>
            </a:extLst>
          </p:cNvPr>
          <p:cNvCxnSpPr>
            <a:cxnSpLocks/>
            <a:stCxn id="267" idx="2"/>
            <a:endCxn id="50" idx="0"/>
          </p:cNvCxnSpPr>
          <p:nvPr/>
        </p:nvCxnSpPr>
        <p:spPr>
          <a:xfrm>
            <a:off x="3832499" y="1738330"/>
            <a:ext cx="2782828" cy="5548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48309D66-592C-6424-2B5C-CBCCA2B5DB85}"/>
              </a:ext>
            </a:extLst>
          </p:cNvPr>
          <p:cNvSpPr/>
          <p:nvPr/>
        </p:nvSpPr>
        <p:spPr>
          <a:xfrm>
            <a:off x="5797322" y="1989869"/>
            <a:ext cx="224557" cy="18862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8AFFA41-C607-4B29-EB4A-E144301B8134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263080" y="2905732"/>
            <a:ext cx="1540402" cy="10822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2F41363-BF43-6875-AEBF-FA088BAEBCCA}"/>
              </a:ext>
            </a:extLst>
          </p:cNvPr>
          <p:cNvCxnSpPr>
            <a:cxnSpLocks/>
            <a:stCxn id="101" idx="2"/>
          </p:cNvCxnSpPr>
          <p:nvPr/>
        </p:nvCxnSpPr>
        <p:spPr>
          <a:xfrm flipH="1">
            <a:off x="1415480" y="2884606"/>
            <a:ext cx="1387598" cy="1255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98C571C-FF02-73D0-2E53-43885AD40D01}"/>
              </a:ext>
            </a:extLst>
          </p:cNvPr>
          <p:cNvCxnSpPr>
            <a:cxnSpLocks/>
            <a:stCxn id="33" idx="2"/>
            <a:endCxn id="73" idx="0"/>
          </p:cNvCxnSpPr>
          <p:nvPr/>
        </p:nvCxnSpPr>
        <p:spPr>
          <a:xfrm flipH="1">
            <a:off x="3693023" y="2937217"/>
            <a:ext cx="961016" cy="84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36F51E9-CDD7-D91D-C684-51AAD0349602}"/>
              </a:ext>
            </a:extLst>
          </p:cNvPr>
          <p:cNvGrpSpPr/>
          <p:nvPr/>
        </p:nvGrpSpPr>
        <p:grpSpPr>
          <a:xfrm>
            <a:off x="3029115" y="3759565"/>
            <a:ext cx="1837810" cy="702551"/>
            <a:chOff x="3168994" y="1056905"/>
            <a:chExt cx="1837810" cy="70255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AB4D6A8-91C1-4812-EB5E-BA4A750F7460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FEF7542-7FC2-E11E-7721-36D9832FA41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F3D99E4-E1A2-481F-34EB-8E3C611FC9C5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5154D1DF-4768-C60C-095B-5E4E259DC233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6706ADE-5726-C1D6-DDC1-0215E79E584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D04AC8E-9D1A-29CD-B7B9-DBD9CC88BD9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BF44615-6352-B63D-2CB9-AF4291514B8B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0ED06E-55D0-0AFE-55E9-A84C8734AB3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0 0 0 0 2 3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9C52877-4B55-27BC-56E0-CE419653623A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A20A667-81C0-3214-0039-84C12E6194A7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2B579E8-21EA-417E-5660-39B24981943C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 18</a:t>
              </a:r>
            </a:p>
          </p:txBody>
        </p:sp>
      </p:grpSp>
      <p:sp>
        <p:nvSpPr>
          <p:cNvPr id="77" name="Rectangle 76">
            <a:extLst>
              <a:ext uri="{FF2B5EF4-FFF2-40B4-BE49-F238E27FC236}">
                <a16:creationId xmlns:a16="http://schemas.microsoft.com/office/drawing/2014/main" id="{52942D1D-B480-B715-0B2D-74F4D6AFF7A2}"/>
              </a:ext>
            </a:extLst>
          </p:cNvPr>
          <p:cNvSpPr/>
          <p:nvPr/>
        </p:nvSpPr>
        <p:spPr>
          <a:xfrm>
            <a:off x="3995309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4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CEDCDF6-3DEE-5340-A929-672CEF401A4D}"/>
              </a:ext>
            </a:extLst>
          </p:cNvPr>
          <p:cNvGrpSpPr/>
          <p:nvPr/>
        </p:nvGrpSpPr>
        <p:grpSpPr>
          <a:xfrm>
            <a:off x="4769671" y="3767729"/>
            <a:ext cx="1837810" cy="702551"/>
            <a:chOff x="3168994" y="1056905"/>
            <a:chExt cx="1837810" cy="702551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C92EE01-EF8B-75C7-5BB2-EDE208356781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B052EA3-9F9A-A5C9-7A62-43C9E7D70DB9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462320A-7DB2-0CCA-450B-AAC9B8C457FB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250FB94-C447-3655-F01B-B11B6303A466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B27B29B-CDAD-792D-56F8-DD9FF9660F39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3C61E0C9-5521-7DC1-FE5B-CBC701F6A756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F5FD4DD-4E43-86BE-C316-EADC9E48A2BE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0 0 4 0 1 0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551CF7E-DE52-85CA-995C-F00E2EEC5257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0 0 0 1 0 4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7E915185-B0C7-A7A3-9E4B-A140D4DCB670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6EBE59A-52AD-BA94-7391-1E7C3BBF5DAF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22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E7D59212-40BA-802A-4536-F7B9F063B49D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 18</a:t>
              </a:r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07A54E2-2FCD-F2FE-42F5-AC92D511772C}"/>
              </a:ext>
            </a:extLst>
          </p:cNvPr>
          <p:cNvSpPr/>
          <p:nvPr/>
        </p:nvSpPr>
        <p:spPr>
          <a:xfrm>
            <a:off x="4959304" y="3299899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5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CA43B1-B98C-1D00-0010-8386D5B2E5E6}"/>
              </a:ext>
            </a:extLst>
          </p:cNvPr>
          <p:cNvGrpSpPr/>
          <p:nvPr/>
        </p:nvGrpSpPr>
        <p:grpSpPr>
          <a:xfrm>
            <a:off x="6550038" y="3779837"/>
            <a:ext cx="1837810" cy="702551"/>
            <a:chOff x="3168994" y="1056905"/>
            <a:chExt cx="1837810" cy="702551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4E8048-746C-AAB4-3B33-72302A9F204A}"/>
                </a:ext>
              </a:extLst>
            </p:cNvPr>
            <p:cNvGrpSpPr/>
            <p:nvPr/>
          </p:nvGrpSpPr>
          <p:grpSpPr>
            <a:xfrm>
              <a:off x="3168994" y="1078138"/>
              <a:ext cx="1340091" cy="681318"/>
              <a:chOff x="2776834" y="196742"/>
              <a:chExt cx="1340091" cy="681318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06366359-3D4E-92FB-1D7B-47EB7A6EAE33}"/>
                  </a:ext>
                </a:extLst>
              </p:cNvPr>
              <p:cNvSpPr/>
              <p:nvPr/>
            </p:nvSpPr>
            <p:spPr>
              <a:xfrm>
                <a:off x="2813213" y="196742"/>
                <a:ext cx="1255059" cy="681318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DA6827C9-C402-063D-C3CF-65161F748617}"/>
                  </a:ext>
                </a:extLst>
              </p:cNvPr>
              <p:cNvSpPr/>
              <p:nvPr/>
            </p:nvSpPr>
            <p:spPr>
              <a:xfrm>
                <a:off x="2998884" y="245748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E0B161AC-BE2F-F7D6-654E-FED077518872}"/>
                  </a:ext>
                </a:extLst>
              </p:cNvPr>
              <p:cNvSpPr/>
              <p:nvPr/>
            </p:nvSpPr>
            <p:spPr>
              <a:xfrm>
                <a:off x="2998884" y="630296"/>
                <a:ext cx="883715" cy="18272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492B91B-88CF-1D97-6C06-DE253ACBDEC4}"/>
                  </a:ext>
                </a:extLst>
              </p:cNvPr>
              <p:cNvSpPr/>
              <p:nvPr/>
            </p:nvSpPr>
            <p:spPr>
              <a:xfrm>
                <a:off x="2853663" y="435390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A0F3729C-15D6-E227-6134-73C24D2DFB9C}"/>
                  </a:ext>
                </a:extLst>
              </p:cNvPr>
              <p:cNvSpPr/>
              <p:nvPr/>
            </p:nvSpPr>
            <p:spPr>
              <a:xfrm>
                <a:off x="3843310" y="435389"/>
                <a:ext cx="184107" cy="182723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a-DK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50624069-82BA-DB5F-C748-C6FE21CC0E76}"/>
                  </a:ext>
                </a:extLst>
              </p:cNvPr>
              <p:cNvSpPr txBox="1"/>
              <p:nvPr/>
            </p:nvSpPr>
            <p:spPr>
              <a:xfrm>
                <a:off x="2998884" y="202789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0 0 4 0 2 1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FAA47640-009A-4A93-C290-FC1F108FEB01}"/>
                  </a:ext>
                </a:extLst>
              </p:cNvPr>
              <p:cNvSpPr txBox="1"/>
              <p:nvPr/>
            </p:nvSpPr>
            <p:spPr>
              <a:xfrm>
                <a:off x="2998481" y="579935"/>
                <a:ext cx="8837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0 0 0 1 1 0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42D30095-8999-EB9D-D149-616066E3FA19}"/>
                  </a:ext>
                </a:extLst>
              </p:cNvPr>
              <p:cNvSpPr txBox="1"/>
              <p:nvPr/>
            </p:nvSpPr>
            <p:spPr>
              <a:xfrm>
                <a:off x="2776834" y="391649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40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9889BF4-E073-FCC3-2CA4-665952E2CE94}"/>
                  </a:ext>
                </a:extLst>
              </p:cNvPr>
              <p:cNvSpPr txBox="1"/>
              <p:nvPr/>
            </p:nvSpPr>
            <p:spPr>
              <a:xfrm>
                <a:off x="3770169" y="384247"/>
                <a:ext cx="34675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sz="1200" dirty="0"/>
                  <a:t>23</a:t>
                </a: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2651659-CE67-2708-CDAE-2FF66B074328}"/>
                </a:ext>
              </a:extLst>
            </p:cNvPr>
            <p:cNvSpPr txBox="1"/>
            <p:nvPr/>
          </p:nvSpPr>
          <p:spPr>
            <a:xfrm>
              <a:off x="4382707" y="1056905"/>
              <a:ext cx="6240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1000" dirty="0"/>
                <a:t>MAX</a:t>
              </a:r>
              <a:br>
                <a:rPr lang="da-DK" sz="1000" dirty="0"/>
              </a:br>
              <a:r>
                <a:rPr lang="da-DK" sz="1000" dirty="0"/>
                <a:t>v =17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5C7EF4C-A8CE-841A-58CF-019F754982B8}"/>
              </a:ext>
            </a:extLst>
          </p:cNvPr>
          <p:cNvSpPr/>
          <p:nvPr/>
        </p:nvSpPr>
        <p:spPr>
          <a:xfrm>
            <a:off x="6032194" y="3323884"/>
            <a:ext cx="224557" cy="18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6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6ADA9FB6-C058-0E5D-8539-F7A9FF49E4C7}"/>
              </a:ext>
            </a:extLst>
          </p:cNvPr>
          <p:cNvCxnSpPr>
            <a:cxnSpLocks/>
            <a:stCxn id="39" idx="2"/>
            <a:endCxn id="165" idx="0"/>
          </p:cNvCxnSpPr>
          <p:nvPr/>
        </p:nvCxnSpPr>
        <p:spPr>
          <a:xfrm>
            <a:off x="4653635" y="2916091"/>
            <a:ext cx="2560312" cy="884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855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3323</Words>
  <Application>Microsoft Macintosh PowerPoint</Application>
  <PresentationFormat>Custom</PresentationFormat>
  <Paragraphs>1023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Noa Nørgaard</dc:creator>
  <cp:lastModifiedBy>Anna Noa Nørgaard</cp:lastModifiedBy>
  <cp:revision>11</cp:revision>
  <dcterms:created xsi:type="dcterms:W3CDTF">2026-03-17T10:00:19Z</dcterms:created>
  <dcterms:modified xsi:type="dcterms:W3CDTF">2026-03-19T10:51:40Z</dcterms:modified>
</cp:coreProperties>
</file>